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7" r:id="rId4"/>
    <p:sldId id="292" r:id="rId5"/>
    <p:sldId id="278" r:id="rId6"/>
    <p:sldId id="279" r:id="rId7"/>
    <p:sldId id="280" r:id="rId8"/>
    <p:sldId id="284" r:id="rId9"/>
    <p:sldId id="283" r:id="rId10"/>
    <p:sldId id="285" r:id="rId11"/>
    <p:sldId id="258" r:id="rId12"/>
    <p:sldId id="286" r:id="rId13"/>
    <p:sldId id="281" r:id="rId14"/>
    <p:sldId id="287" r:id="rId15"/>
    <p:sldId id="288" r:id="rId16"/>
    <p:sldId id="289" r:id="rId17"/>
    <p:sldId id="290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73"/>
    <p:restoredTop sz="79379"/>
  </p:normalViewPr>
  <p:slideViewPr>
    <p:cSldViewPr snapToGrid="0" snapToObjects="1">
      <p:cViewPr varScale="1">
        <p:scale>
          <a:sx n="80" d="100"/>
          <a:sy n="80" d="100"/>
        </p:scale>
        <p:origin x="20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DEBD3A-83BE-489A-BC91-2FA07975BF49}" type="doc">
      <dgm:prSet loTypeId="urn:microsoft.com/office/officeart/2005/8/layout/matrix3" loCatId="matrix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C6B14CE-D2AB-4E22-8F0B-2E9C7A4BF1E4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 err="1"/>
            <a:t>Disciplina</a:t>
          </a:r>
          <a:r>
            <a:rPr lang="en-US" dirty="0"/>
            <a:t>: </a:t>
          </a:r>
          <a:r>
            <a:rPr lang="en-US" dirty="0" err="1"/>
            <a:t>Tecnologia</a:t>
          </a:r>
          <a:r>
            <a:rPr lang="en-US" dirty="0"/>
            <a:t> para front-end</a:t>
          </a:r>
        </a:p>
      </dgm:t>
    </dgm:pt>
    <dgm:pt modelId="{20BF7FEF-B2F1-463F-AF47-AFEAE309D7C8}" type="parTrans" cxnId="{3AAD7420-0886-4035-9BC6-94F5BC977272}">
      <dgm:prSet/>
      <dgm:spPr/>
      <dgm:t>
        <a:bodyPr/>
        <a:lstStyle/>
        <a:p>
          <a:endParaRPr lang="en-US"/>
        </a:p>
      </dgm:t>
    </dgm:pt>
    <dgm:pt modelId="{939E3D1A-9BCA-40A8-910B-A0FA4F553CE5}" type="sibTrans" cxnId="{3AAD7420-0886-4035-9BC6-94F5BC977272}">
      <dgm:prSet/>
      <dgm:spPr/>
      <dgm:t>
        <a:bodyPr/>
        <a:lstStyle/>
        <a:p>
          <a:endParaRPr lang="en-US"/>
        </a:p>
      </dgm:t>
    </dgm:pt>
    <dgm:pt modelId="{23A8B319-C590-420B-9012-EA93F219A991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Professor: Leandro</a:t>
          </a:r>
        </a:p>
      </dgm:t>
    </dgm:pt>
    <dgm:pt modelId="{46BAFAC5-5DA6-498B-9109-3A6A4150E810}" type="parTrans" cxnId="{E591A7F9-4E4E-4D58-9C6B-2F8720D04A8B}">
      <dgm:prSet/>
      <dgm:spPr/>
      <dgm:t>
        <a:bodyPr/>
        <a:lstStyle/>
        <a:p>
          <a:endParaRPr lang="en-US"/>
        </a:p>
      </dgm:t>
    </dgm:pt>
    <dgm:pt modelId="{A160EAC7-AF83-45F0-B8AF-7B3C7EB8E50F}" type="sibTrans" cxnId="{E591A7F9-4E4E-4D58-9C6B-2F8720D04A8B}">
      <dgm:prSet/>
      <dgm:spPr/>
      <dgm:t>
        <a:bodyPr/>
        <a:lstStyle/>
        <a:p>
          <a:endParaRPr lang="en-US"/>
        </a:p>
      </dgm:t>
    </dgm:pt>
    <dgm:pt modelId="{944EB9C6-9DE1-4A39-9572-45B7D76A85EA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UNIESP 2025.2</a:t>
          </a:r>
        </a:p>
        <a:p>
          <a:r>
            <a:rPr lang="en-US" dirty="0"/>
            <a:t>João Pessoa </a:t>
          </a:r>
        </a:p>
      </dgm:t>
    </dgm:pt>
    <dgm:pt modelId="{00B03C24-E861-47E9-ADED-EDF0D1FE5AE9}" type="parTrans" cxnId="{C6CE6312-7E0D-423C-8C71-C36CBD033B14}">
      <dgm:prSet/>
      <dgm:spPr/>
      <dgm:t>
        <a:bodyPr/>
        <a:lstStyle/>
        <a:p>
          <a:endParaRPr lang="en-US"/>
        </a:p>
      </dgm:t>
    </dgm:pt>
    <dgm:pt modelId="{C42837BF-6975-4A57-8CEA-2696F3E84D66}" type="sibTrans" cxnId="{C6CE6312-7E0D-423C-8C71-C36CBD033B14}">
      <dgm:prSet/>
      <dgm:spPr/>
      <dgm:t>
        <a:bodyPr/>
        <a:lstStyle/>
        <a:p>
          <a:endParaRPr lang="en-US"/>
        </a:p>
      </dgm:t>
    </dgm:pt>
    <dgm:pt modelId="{EEDC156C-A43D-4172-8006-5AE6AC1B98C4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P1</a:t>
          </a:r>
        </a:p>
      </dgm:t>
    </dgm:pt>
    <dgm:pt modelId="{EC3CE298-EA41-49F2-97A4-5C97CADE1CF1}" type="parTrans" cxnId="{332B1BDE-F33C-4F5F-96BE-C9A734E71469}">
      <dgm:prSet/>
      <dgm:spPr/>
      <dgm:t>
        <a:bodyPr/>
        <a:lstStyle/>
        <a:p>
          <a:endParaRPr lang="en-US"/>
        </a:p>
      </dgm:t>
    </dgm:pt>
    <dgm:pt modelId="{93680A04-DEF1-4877-89C3-6426DF1135C6}" type="sibTrans" cxnId="{332B1BDE-F33C-4F5F-96BE-C9A734E71469}">
      <dgm:prSet/>
      <dgm:spPr/>
      <dgm:t>
        <a:bodyPr/>
        <a:lstStyle/>
        <a:p>
          <a:endParaRPr lang="en-US"/>
        </a:p>
      </dgm:t>
    </dgm:pt>
    <dgm:pt modelId="{454513FA-C0DC-9A43-BD3A-3FD18BA3DABC}" type="pres">
      <dgm:prSet presAssocID="{75DEBD3A-83BE-489A-BC91-2FA07975BF49}" presName="matrix" presStyleCnt="0">
        <dgm:presLayoutVars>
          <dgm:chMax val="1"/>
          <dgm:dir/>
          <dgm:resizeHandles val="exact"/>
        </dgm:presLayoutVars>
      </dgm:prSet>
      <dgm:spPr/>
    </dgm:pt>
    <dgm:pt modelId="{413AA18E-893B-464E-B5FE-90D1A6124F83}" type="pres">
      <dgm:prSet presAssocID="{75DEBD3A-83BE-489A-BC91-2FA07975BF49}" presName="diamond" presStyleLbl="bgShp" presStyleIdx="0" presStyleCnt="1"/>
      <dgm:spPr/>
    </dgm:pt>
    <dgm:pt modelId="{DB815B6A-2D23-C247-BFFB-D7129345EDE3}" type="pres">
      <dgm:prSet presAssocID="{75DEBD3A-83BE-489A-BC91-2FA07975BF4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BA445C2-0723-F546-834D-A46078522F81}" type="pres">
      <dgm:prSet presAssocID="{75DEBD3A-83BE-489A-BC91-2FA07975BF4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D99A9FF-9A58-1C48-A91B-A1AAE0B4A238}" type="pres">
      <dgm:prSet presAssocID="{75DEBD3A-83BE-489A-BC91-2FA07975BF4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541C06-63F2-7042-A9D4-C19CF00CA7AD}" type="pres">
      <dgm:prSet presAssocID="{75DEBD3A-83BE-489A-BC91-2FA07975BF4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0036C09-167A-C64B-9B32-1DBC6F667C2D}" type="presOf" srcId="{23A8B319-C590-420B-9012-EA93F219A991}" destId="{5BA445C2-0723-F546-834D-A46078522F81}" srcOrd="0" destOrd="0" presId="urn:microsoft.com/office/officeart/2005/8/layout/matrix3"/>
    <dgm:cxn modelId="{C6CE6312-7E0D-423C-8C71-C36CBD033B14}" srcId="{75DEBD3A-83BE-489A-BC91-2FA07975BF49}" destId="{944EB9C6-9DE1-4A39-9572-45B7D76A85EA}" srcOrd="2" destOrd="0" parTransId="{00B03C24-E861-47E9-ADED-EDF0D1FE5AE9}" sibTransId="{C42837BF-6975-4A57-8CEA-2696F3E84D66}"/>
    <dgm:cxn modelId="{3AAD7420-0886-4035-9BC6-94F5BC977272}" srcId="{75DEBD3A-83BE-489A-BC91-2FA07975BF49}" destId="{7C6B14CE-D2AB-4E22-8F0B-2E9C7A4BF1E4}" srcOrd="0" destOrd="0" parTransId="{20BF7FEF-B2F1-463F-AF47-AFEAE309D7C8}" sibTransId="{939E3D1A-9BCA-40A8-910B-A0FA4F553CE5}"/>
    <dgm:cxn modelId="{4E569F59-87B9-4D43-BAF2-1E2506B43D1D}" type="presOf" srcId="{7C6B14CE-D2AB-4E22-8F0B-2E9C7A4BF1E4}" destId="{DB815B6A-2D23-C247-BFFB-D7129345EDE3}" srcOrd="0" destOrd="0" presId="urn:microsoft.com/office/officeart/2005/8/layout/matrix3"/>
    <dgm:cxn modelId="{197B2166-9A45-B040-9561-633A11049B7B}" type="presOf" srcId="{75DEBD3A-83BE-489A-BC91-2FA07975BF49}" destId="{454513FA-C0DC-9A43-BD3A-3FD18BA3DABC}" srcOrd="0" destOrd="0" presId="urn:microsoft.com/office/officeart/2005/8/layout/matrix3"/>
    <dgm:cxn modelId="{9D715ECA-06CE-FD4C-9724-45DBE968ABAF}" type="presOf" srcId="{944EB9C6-9DE1-4A39-9572-45B7D76A85EA}" destId="{6D99A9FF-9A58-1C48-A91B-A1AAE0B4A238}" srcOrd="0" destOrd="0" presId="urn:microsoft.com/office/officeart/2005/8/layout/matrix3"/>
    <dgm:cxn modelId="{761FF4D3-02E4-8E48-8CA0-509839CE4BCC}" type="presOf" srcId="{EEDC156C-A43D-4172-8006-5AE6AC1B98C4}" destId="{72541C06-63F2-7042-A9D4-C19CF00CA7AD}" srcOrd="0" destOrd="0" presId="urn:microsoft.com/office/officeart/2005/8/layout/matrix3"/>
    <dgm:cxn modelId="{332B1BDE-F33C-4F5F-96BE-C9A734E71469}" srcId="{75DEBD3A-83BE-489A-BC91-2FA07975BF49}" destId="{EEDC156C-A43D-4172-8006-5AE6AC1B98C4}" srcOrd="3" destOrd="0" parTransId="{EC3CE298-EA41-49F2-97A4-5C97CADE1CF1}" sibTransId="{93680A04-DEF1-4877-89C3-6426DF1135C6}"/>
    <dgm:cxn modelId="{E591A7F9-4E4E-4D58-9C6B-2F8720D04A8B}" srcId="{75DEBD3A-83BE-489A-BC91-2FA07975BF49}" destId="{23A8B319-C590-420B-9012-EA93F219A991}" srcOrd="1" destOrd="0" parTransId="{46BAFAC5-5DA6-498B-9109-3A6A4150E810}" sibTransId="{A160EAC7-AF83-45F0-B8AF-7B3C7EB8E50F}"/>
    <dgm:cxn modelId="{AA74AAA3-38A5-2C45-9D49-3A33456225D2}" type="presParOf" srcId="{454513FA-C0DC-9A43-BD3A-3FD18BA3DABC}" destId="{413AA18E-893B-464E-B5FE-90D1A6124F83}" srcOrd="0" destOrd="0" presId="urn:microsoft.com/office/officeart/2005/8/layout/matrix3"/>
    <dgm:cxn modelId="{C9154A97-787F-364A-B56E-505A750802C3}" type="presParOf" srcId="{454513FA-C0DC-9A43-BD3A-3FD18BA3DABC}" destId="{DB815B6A-2D23-C247-BFFB-D7129345EDE3}" srcOrd="1" destOrd="0" presId="urn:microsoft.com/office/officeart/2005/8/layout/matrix3"/>
    <dgm:cxn modelId="{A048712F-79C2-F242-A6E7-7B11EB475E2A}" type="presParOf" srcId="{454513FA-C0DC-9A43-BD3A-3FD18BA3DABC}" destId="{5BA445C2-0723-F546-834D-A46078522F81}" srcOrd="2" destOrd="0" presId="urn:microsoft.com/office/officeart/2005/8/layout/matrix3"/>
    <dgm:cxn modelId="{F572F1A2-4882-4744-AC1C-26DD62E8E7F4}" type="presParOf" srcId="{454513FA-C0DC-9A43-BD3A-3FD18BA3DABC}" destId="{6D99A9FF-9A58-1C48-A91B-A1AAE0B4A238}" srcOrd="3" destOrd="0" presId="urn:microsoft.com/office/officeart/2005/8/layout/matrix3"/>
    <dgm:cxn modelId="{95FD36D5-BB16-5749-A52D-6F783E276836}" type="presParOf" srcId="{454513FA-C0DC-9A43-BD3A-3FD18BA3DABC}" destId="{72541C06-63F2-7042-A9D4-C19CF00CA7A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D10CEC-D918-435D-AB52-2DC876239B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B89E9A2-2434-4D2F-BDF2-786733A34343}">
      <dgm:prSet/>
      <dgm:spPr/>
      <dgm:t>
        <a:bodyPr/>
        <a:lstStyle/>
        <a:p>
          <a:r>
            <a:rPr lang="pt-BR" b="1" dirty="0"/>
            <a:t>Principais motivos:</a:t>
          </a:r>
          <a:endParaRPr lang="en-US" dirty="0"/>
        </a:p>
      </dgm:t>
    </dgm:pt>
    <dgm:pt modelId="{22B3DE7A-8E74-433A-8E47-7810F8F9A879}" type="parTrans" cxnId="{F21EC38D-4409-4D6D-80AF-EFFE953DBD4A}">
      <dgm:prSet/>
      <dgm:spPr/>
      <dgm:t>
        <a:bodyPr/>
        <a:lstStyle/>
        <a:p>
          <a:endParaRPr lang="en-US"/>
        </a:p>
      </dgm:t>
    </dgm:pt>
    <dgm:pt modelId="{DF357093-59B7-46C2-BDC2-8C992177A356}" type="sibTrans" cxnId="{F21EC38D-4409-4D6D-80AF-EFFE953DBD4A}">
      <dgm:prSet/>
      <dgm:spPr/>
      <dgm:t>
        <a:bodyPr/>
        <a:lstStyle/>
        <a:p>
          <a:endParaRPr lang="en-US"/>
        </a:p>
      </dgm:t>
    </dgm:pt>
    <dgm:pt modelId="{1F73E357-B113-4AA1-A044-6DDF3530AD9A}">
      <dgm:prSet/>
      <dgm:spPr/>
      <dgm:t>
        <a:bodyPr/>
        <a:lstStyle/>
        <a:p>
          <a:r>
            <a:rPr lang="pt-BR" dirty="0"/>
            <a:t>A criação de uma IA do zero exige bilhões de dados para treinar modelos confiáveis</a:t>
          </a:r>
          <a:endParaRPr lang="en-US" dirty="0"/>
        </a:p>
      </dgm:t>
    </dgm:pt>
    <dgm:pt modelId="{B8C5FD17-848C-41D7-A4C5-31E899D324D5}" type="parTrans" cxnId="{F14E1427-5B4F-4FA3-9B6D-208E9BCC0884}">
      <dgm:prSet/>
      <dgm:spPr/>
      <dgm:t>
        <a:bodyPr/>
        <a:lstStyle/>
        <a:p>
          <a:endParaRPr lang="en-US"/>
        </a:p>
      </dgm:t>
    </dgm:pt>
    <dgm:pt modelId="{0D0FE53F-09BE-41F0-BB83-4DF493AF1D02}" type="sibTrans" cxnId="{F14E1427-5B4F-4FA3-9B6D-208E9BCC0884}">
      <dgm:prSet/>
      <dgm:spPr/>
      <dgm:t>
        <a:bodyPr/>
        <a:lstStyle/>
        <a:p>
          <a:endParaRPr lang="en-US"/>
        </a:p>
      </dgm:t>
    </dgm:pt>
    <dgm:pt modelId="{174CAB30-2780-41B4-871F-62DD65828D5D}">
      <dgm:prSet/>
      <dgm:spPr/>
      <dgm:t>
        <a:bodyPr/>
        <a:lstStyle/>
        <a:p>
          <a:r>
            <a:rPr lang="pt-BR" dirty="0"/>
            <a:t>Custo extremamente alto de hardware (</a:t>
          </a:r>
          <a:r>
            <a:rPr lang="pt-BR" dirty="0" err="1"/>
            <a:t>GPUs</a:t>
          </a:r>
          <a:r>
            <a:rPr lang="pt-BR" dirty="0"/>
            <a:t> de última geração, servidores, clusters)</a:t>
          </a:r>
          <a:endParaRPr lang="en-US" dirty="0"/>
        </a:p>
      </dgm:t>
    </dgm:pt>
    <dgm:pt modelId="{86ECEFB4-F870-49A6-B85A-026E5FD8B48C}" type="parTrans" cxnId="{85A6AA8F-F719-4E3F-B446-AEB6396E9BD7}">
      <dgm:prSet/>
      <dgm:spPr/>
      <dgm:t>
        <a:bodyPr/>
        <a:lstStyle/>
        <a:p>
          <a:endParaRPr lang="en-US"/>
        </a:p>
      </dgm:t>
    </dgm:pt>
    <dgm:pt modelId="{A70619D4-2EDD-4542-8A85-A3654EE4E715}" type="sibTrans" cxnId="{85A6AA8F-F719-4E3F-B446-AEB6396E9BD7}">
      <dgm:prSet/>
      <dgm:spPr/>
      <dgm:t>
        <a:bodyPr/>
        <a:lstStyle/>
        <a:p>
          <a:endParaRPr lang="en-US"/>
        </a:p>
      </dgm:t>
    </dgm:pt>
    <dgm:pt modelId="{821D71FA-02BB-48F9-8D20-F30293FAC845}">
      <dgm:prSet/>
      <dgm:spPr/>
      <dgm:t>
        <a:bodyPr/>
        <a:lstStyle/>
        <a:p>
          <a:r>
            <a:rPr lang="pt-BR"/>
            <a:t>Equipe reduzida </a:t>
          </a:r>
          <a:endParaRPr lang="en-US"/>
        </a:p>
      </dgm:t>
    </dgm:pt>
    <dgm:pt modelId="{2999B9F6-6B40-4ED6-BDE8-1C187A445367}" type="parTrans" cxnId="{A1E38192-2E20-4B03-AC19-C5B365258DA8}">
      <dgm:prSet/>
      <dgm:spPr/>
      <dgm:t>
        <a:bodyPr/>
        <a:lstStyle/>
        <a:p>
          <a:endParaRPr lang="en-US"/>
        </a:p>
      </dgm:t>
    </dgm:pt>
    <dgm:pt modelId="{8B18A061-FC84-4BF2-B989-FCCA4845317C}" type="sibTrans" cxnId="{A1E38192-2E20-4B03-AC19-C5B365258DA8}">
      <dgm:prSet/>
      <dgm:spPr/>
      <dgm:t>
        <a:bodyPr/>
        <a:lstStyle/>
        <a:p>
          <a:endParaRPr lang="en-US"/>
        </a:p>
      </dgm:t>
    </dgm:pt>
    <dgm:pt modelId="{02622A8D-6FD8-475E-8AFA-4F04975DF03C}">
      <dgm:prSet/>
      <dgm:spPr/>
      <dgm:t>
        <a:bodyPr/>
        <a:lstStyle/>
        <a:p>
          <a:r>
            <a:rPr lang="pt-BR" dirty="0"/>
            <a:t>Infraestrutura complexa e cara para processamento e armazenamento</a:t>
          </a:r>
          <a:endParaRPr lang="en-US" dirty="0"/>
        </a:p>
      </dgm:t>
    </dgm:pt>
    <dgm:pt modelId="{07920D0D-720C-459E-A809-C7DFD06EF6C1}" type="parTrans" cxnId="{55AB45A3-D828-4985-8E89-913D6F15D456}">
      <dgm:prSet/>
      <dgm:spPr/>
      <dgm:t>
        <a:bodyPr/>
        <a:lstStyle/>
        <a:p>
          <a:endParaRPr lang="en-US"/>
        </a:p>
      </dgm:t>
    </dgm:pt>
    <dgm:pt modelId="{53BC7410-FD28-49FA-94EE-5E357C74CD50}" type="sibTrans" cxnId="{55AB45A3-D828-4985-8E89-913D6F15D456}">
      <dgm:prSet/>
      <dgm:spPr/>
      <dgm:t>
        <a:bodyPr/>
        <a:lstStyle/>
        <a:p>
          <a:endParaRPr lang="en-US"/>
        </a:p>
      </dgm:t>
    </dgm:pt>
    <dgm:pt modelId="{4EC8BB87-95D2-4448-86BF-9DD9E8D5437A}" type="pres">
      <dgm:prSet presAssocID="{1CD10CEC-D918-435D-AB52-2DC876239BAD}" presName="root" presStyleCnt="0">
        <dgm:presLayoutVars>
          <dgm:dir/>
          <dgm:resizeHandles val="exact"/>
        </dgm:presLayoutVars>
      </dgm:prSet>
      <dgm:spPr/>
    </dgm:pt>
    <dgm:pt modelId="{8E6B8774-9783-41E0-8544-8B6390682C74}" type="pres">
      <dgm:prSet presAssocID="{5B89E9A2-2434-4D2F-BDF2-786733A34343}" presName="compNode" presStyleCnt="0"/>
      <dgm:spPr/>
    </dgm:pt>
    <dgm:pt modelId="{8AE5B9BD-DCB5-49E7-9719-B6BD8D7743A1}" type="pres">
      <dgm:prSet presAssocID="{5B89E9A2-2434-4D2F-BDF2-786733A34343}" presName="bgRect" presStyleLbl="bgShp" presStyleIdx="0" presStyleCnt="5"/>
      <dgm:spPr/>
    </dgm:pt>
    <dgm:pt modelId="{DC7D3903-0A7C-49D4-8EDA-9E92BEC51EEA}" type="pres">
      <dgm:prSet presAssocID="{5B89E9A2-2434-4D2F-BDF2-786733A343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3E41E84-4DF6-4229-B753-16C0FFA65E1E}" type="pres">
      <dgm:prSet presAssocID="{5B89E9A2-2434-4D2F-BDF2-786733A34343}" presName="spaceRect" presStyleCnt="0"/>
      <dgm:spPr/>
    </dgm:pt>
    <dgm:pt modelId="{B2DA3668-C053-4B35-8677-BEDF7C2568BE}" type="pres">
      <dgm:prSet presAssocID="{5B89E9A2-2434-4D2F-BDF2-786733A34343}" presName="parTx" presStyleLbl="revTx" presStyleIdx="0" presStyleCnt="5">
        <dgm:presLayoutVars>
          <dgm:chMax val="0"/>
          <dgm:chPref val="0"/>
        </dgm:presLayoutVars>
      </dgm:prSet>
      <dgm:spPr/>
    </dgm:pt>
    <dgm:pt modelId="{8EF32970-524A-47E5-9E8B-0BF23155746C}" type="pres">
      <dgm:prSet presAssocID="{DF357093-59B7-46C2-BDC2-8C992177A356}" presName="sibTrans" presStyleCnt="0"/>
      <dgm:spPr/>
    </dgm:pt>
    <dgm:pt modelId="{485A9A67-7D24-4527-8A96-5EA636FDACB8}" type="pres">
      <dgm:prSet presAssocID="{1F73E357-B113-4AA1-A044-6DDF3530AD9A}" presName="compNode" presStyleCnt="0"/>
      <dgm:spPr/>
    </dgm:pt>
    <dgm:pt modelId="{743FBAEA-C5C0-439D-9012-8A029A85F8BB}" type="pres">
      <dgm:prSet presAssocID="{1F73E357-B113-4AA1-A044-6DDF3530AD9A}" presName="bgRect" presStyleLbl="bgShp" presStyleIdx="1" presStyleCnt="5"/>
      <dgm:spPr/>
    </dgm:pt>
    <dgm:pt modelId="{565D8868-F4E6-460C-8EE7-FA9121322B63}" type="pres">
      <dgm:prSet presAssocID="{1F73E357-B113-4AA1-A044-6DDF3530AD9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3D8F2831-6CF8-4924-AAF9-33526E2AEF49}" type="pres">
      <dgm:prSet presAssocID="{1F73E357-B113-4AA1-A044-6DDF3530AD9A}" presName="spaceRect" presStyleCnt="0"/>
      <dgm:spPr/>
    </dgm:pt>
    <dgm:pt modelId="{E3D6176E-7BF0-48B2-AD70-2811E99290E9}" type="pres">
      <dgm:prSet presAssocID="{1F73E357-B113-4AA1-A044-6DDF3530AD9A}" presName="parTx" presStyleLbl="revTx" presStyleIdx="1" presStyleCnt="5">
        <dgm:presLayoutVars>
          <dgm:chMax val="0"/>
          <dgm:chPref val="0"/>
        </dgm:presLayoutVars>
      </dgm:prSet>
      <dgm:spPr/>
    </dgm:pt>
    <dgm:pt modelId="{5FE92AC9-C276-4757-BFA2-CE12AB4C5E31}" type="pres">
      <dgm:prSet presAssocID="{0D0FE53F-09BE-41F0-BB83-4DF493AF1D02}" presName="sibTrans" presStyleCnt="0"/>
      <dgm:spPr/>
    </dgm:pt>
    <dgm:pt modelId="{F1289540-B023-44DE-BE4F-9CA4E61907E3}" type="pres">
      <dgm:prSet presAssocID="{174CAB30-2780-41B4-871F-62DD65828D5D}" presName="compNode" presStyleCnt="0"/>
      <dgm:spPr/>
    </dgm:pt>
    <dgm:pt modelId="{C06AA3E3-E501-4499-993A-D91D5566AF19}" type="pres">
      <dgm:prSet presAssocID="{174CAB30-2780-41B4-871F-62DD65828D5D}" presName="bgRect" presStyleLbl="bgShp" presStyleIdx="2" presStyleCnt="5"/>
      <dgm:spPr/>
    </dgm:pt>
    <dgm:pt modelId="{8AA275DF-08E5-4EE2-BD27-DE66B4B72521}" type="pres">
      <dgm:prSet presAssocID="{174CAB30-2780-41B4-871F-62DD65828D5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523AB25A-30CB-4A0B-9A28-7EC9ABC6BAE6}" type="pres">
      <dgm:prSet presAssocID="{174CAB30-2780-41B4-871F-62DD65828D5D}" presName="spaceRect" presStyleCnt="0"/>
      <dgm:spPr/>
    </dgm:pt>
    <dgm:pt modelId="{77C3A690-4773-43E9-A30C-D4AD2FE2CC62}" type="pres">
      <dgm:prSet presAssocID="{174CAB30-2780-41B4-871F-62DD65828D5D}" presName="parTx" presStyleLbl="revTx" presStyleIdx="2" presStyleCnt="5">
        <dgm:presLayoutVars>
          <dgm:chMax val="0"/>
          <dgm:chPref val="0"/>
        </dgm:presLayoutVars>
      </dgm:prSet>
      <dgm:spPr/>
    </dgm:pt>
    <dgm:pt modelId="{3ED4D05D-E7E3-45F3-A592-DC4145CDA328}" type="pres">
      <dgm:prSet presAssocID="{A70619D4-2EDD-4542-8A85-A3654EE4E715}" presName="sibTrans" presStyleCnt="0"/>
      <dgm:spPr/>
    </dgm:pt>
    <dgm:pt modelId="{984BAA49-9CC2-4F0E-A568-716CF50DD1D4}" type="pres">
      <dgm:prSet presAssocID="{821D71FA-02BB-48F9-8D20-F30293FAC845}" presName="compNode" presStyleCnt="0"/>
      <dgm:spPr/>
    </dgm:pt>
    <dgm:pt modelId="{8EC51DD7-5501-4041-BCB2-3ED7EC996585}" type="pres">
      <dgm:prSet presAssocID="{821D71FA-02BB-48F9-8D20-F30293FAC845}" presName="bgRect" presStyleLbl="bgShp" presStyleIdx="3" presStyleCnt="5"/>
      <dgm:spPr/>
    </dgm:pt>
    <dgm:pt modelId="{311D4083-C694-48B0-93A5-BCB8C667561B}" type="pres">
      <dgm:prSet presAssocID="{821D71FA-02BB-48F9-8D20-F30293FAC84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B18E9C4-0B64-4241-AC8B-34E39140A4A4}" type="pres">
      <dgm:prSet presAssocID="{821D71FA-02BB-48F9-8D20-F30293FAC845}" presName="spaceRect" presStyleCnt="0"/>
      <dgm:spPr/>
    </dgm:pt>
    <dgm:pt modelId="{A30F0A64-8425-423F-9F1B-6475112C908D}" type="pres">
      <dgm:prSet presAssocID="{821D71FA-02BB-48F9-8D20-F30293FAC845}" presName="parTx" presStyleLbl="revTx" presStyleIdx="3" presStyleCnt="5">
        <dgm:presLayoutVars>
          <dgm:chMax val="0"/>
          <dgm:chPref val="0"/>
        </dgm:presLayoutVars>
      </dgm:prSet>
      <dgm:spPr/>
    </dgm:pt>
    <dgm:pt modelId="{75B94226-F67B-417A-B432-C0072FFFA19B}" type="pres">
      <dgm:prSet presAssocID="{8B18A061-FC84-4BF2-B989-FCCA4845317C}" presName="sibTrans" presStyleCnt="0"/>
      <dgm:spPr/>
    </dgm:pt>
    <dgm:pt modelId="{86A34DCB-A46E-4173-B52F-5EB32C1215D5}" type="pres">
      <dgm:prSet presAssocID="{02622A8D-6FD8-475E-8AFA-4F04975DF03C}" presName="compNode" presStyleCnt="0"/>
      <dgm:spPr/>
    </dgm:pt>
    <dgm:pt modelId="{AB2FBF70-1998-4147-B49F-BD734D758393}" type="pres">
      <dgm:prSet presAssocID="{02622A8D-6FD8-475E-8AFA-4F04975DF03C}" presName="bgRect" presStyleLbl="bgShp" presStyleIdx="4" presStyleCnt="5"/>
      <dgm:spPr/>
    </dgm:pt>
    <dgm:pt modelId="{27571131-0739-4247-8BBA-E1E0B33E7FED}" type="pres">
      <dgm:prSet presAssocID="{02622A8D-6FD8-475E-8AFA-4F04975DF03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8E1D89A6-C39F-47D5-B289-99E16F995C92}" type="pres">
      <dgm:prSet presAssocID="{02622A8D-6FD8-475E-8AFA-4F04975DF03C}" presName="spaceRect" presStyleCnt="0"/>
      <dgm:spPr/>
    </dgm:pt>
    <dgm:pt modelId="{7335CC88-9E73-4D5F-8822-A00BC61A5B43}" type="pres">
      <dgm:prSet presAssocID="{02622A8D-6FD8-475E-8AFA-4F04975DF03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4E1427-5B4F-4FA3-9B6D-208E9BCC0884}" srcId="{1CD10CEC-D918-435D-AB52-2DC876239BAD}" destId="{1F73E357-B113-4AA1-A044-6DDF3530AD9A}" srcOrd="1" destOrd="0" parTransId="{B8C5FD17-848C-41D7-A4C5-31E899D324D5}" sibTransId="{0D0FE53F-09BE-41F0-BB83-4DF493AF1D02}"/>
    <dgm:cxn modelId="{56B8D054-D8AC-4B23-96AC-7A7E681D3FCB}" type="presOf" srcId="{1F73E357-B113-4AA1-A044-6DDF3530AD9A}" destId="{E3D6176E-7BF0-48B2-AD70-2811E99290E9}" srcOrd="0" destOrd="0" presId="urn:microsoft.com/office/officeart/2018/2/layout/IconVerticalSolidList"/>
    <dgm:cxn modelId="{CECD8156-1223-4843-B4F8-9D5F0ABD0A49}" type="presOf" srcId="{02622A8D-6FD8-475E-8AFA-4F04975DF03C}" destId="{7335CC88-9E73-4D5F-8822-A00BC61A5B43}" srcOrd="0" destOrd="0" presId="urn:microsoft.com/office/officeart/2018/2/layout/IconVerticalSolidList"/>
    <dgm:cxn modelId="{F21EC38D-4409-4D6D-80AF-EFFE953DBD4A}" srcId="{1CD10CEC-D918-435D-AB52-2DC876239BAD}" destId="{5B89E9A2-2434-4D2F-BDF2-786733A34343}" srcOrd="0" destOrd="0" parTransId="{22B3DE7A-8E74-433A-8E47-7810F8F9A879}" sibTransId="{DF357093-59B7-46C2-BDC2-8C992177A356}"/>
    <dgm:cxn modelId="{0352348F-BFFB-40CD-BF98-0892ED432218}" type="presOf" srcId="{5B89E9A2-2434-4D2F-BDF2-786733A34343}" destId="{B2DA3668-C053-4B35-8677-BEDF7C2568BE}" srcOrd="0" destOrd="0" presId="urn:microsoft.com/office/officeart/2018/2/layout/IconVerticalSolidList"/>
    <dgm:cxn modelId="{85A6AA8F-F719-4E3F-B446-AEB6396E9BD7}" srcId="{1CD10CEC-D918-435D-AB52-2DC876239BAD}" destId="{174CAB30-2780-41B4-871F-62DD65828D5D}" srcOrd="2" destOrd="0" parTransId="{86ECEFB4-F870-49A6-B85A-026E5FD8B48C}" sibTransId="{A70619D4-2EDD-4542-8A85-A3654EE4E715}"/>
    <dgm:cxn modelId="{A1E38192-2E20-4B03-AC19-C5B365258DA8}" srcId="{1CD10CEC-D918-435D-AB52-2DC876239BAD}" destId="{821D71FA-02BB-48F9-8D20-F30293FAC845}" srcOrd="3" destOrd="0" parTransId="{2999B9F6-6B40-4ED6-BDE8-1C187A445367}" sibTransId="{8B18A061-FC84-4BF2-B989-FCCA4845317C}"/>
    <dgm:cxn modelId="{20BA1D9C-A769-46B1-A9F6-3A7A274D599C}" type="presOf" srcId="{821D71FA-02BB-48F9-8D20-F30293FAC845}" destId="{A30F0A64-8425-423F-9F1B-6475112C908D}" srcOrd="0" destOrd="0" presId="urn:microsoft.com/office/officeart/2018/2/layout/IconVerticalSolidList"/>
    <dgm:cxn modelId="{55AB45A3-D828-4985-8E89-913D6F15D456}" srcId="{1CD10CEC-D918-435D-AB52-2DC876239BAD}" destId="{02622A8D-6FD8-475E-8AFA-4F04975DF03C}" srcOrd="4" destOrd="0" parTransId="{07920D0D-720C-459E-A809-C7DFD06EF6C1}" sibTransId="{53BC7410-FD28-49FA-94EE-5E357C74CD50}"/>
    <dgm:cxn modelId="{A95A54A5-8B89-45E2-B254-14ABFC640240}" type="presOf" srcId="{174CAB30-2780-41B4-871F-62DD65828D5D}" destId="{77C3A690-4773-43E9-A30C-D4AD2FE2CC62}" srcOrd="0" destOrd="0" presId="urn:microsoft.com/office/officeart/2018/2/layout/IconVerticalSolidList"/>
    <dgm:cxn modelId="{F368B3EB-2153-46DC-A420-0AFAAE2DA4E8}" type="presOf" srcId="{1CD10CEC-D918-435D-AB52-2DC876239BAD}" destId="{4EC8BB87-95D2-4448-86BF-9DD9E8D5437A}" srcOrd="0" destOrd="0" presId="urn:microsoft.com/office/officeart/2018/2/layout/IconVerticalSolidList"/>
    <dgm:cxn modelId="{8CD45B74-30E9-4BAD-8270-FAD266C8D830}" type="presParOf" srcId="{4EC8BB87-95D2-4448-86BF-9DD9E8D5437A}" destId="{8E6B8774-9783-41E0-8544-8B6390682C74}" srcOrd="0" destOrd="0" presId="urn:microsoft.com/office/officeart/2018/2/layout/IconVerticalSolidList"/>
    <dgm:cxn modelId="{C1B77C23-3BD7-49D7-B7DD-134AC2F3DBFB}" type="presParOf" srcId="{8E6B8774-9783-41E0-8544-8B6390682C74}" destId="{8AE5B9BD-DCB5-49E7-9719-B6BD8D7743A1}" srcOrd="0" destOrd="0" presId="urn:microsoft.com/office/officeart/2018/2/layout/IconVerticalSolidList"/>
    <dgm:cxn modelId="{338CDC97-46B0-4A66-8B4E-2888FD134D93}" type="presParOf" srcId="{8E6B8774-9783-41E0-8544-8B6390682C74}" destId="{DC7D3903-0A7C-49D4-8EDA-9E92BEC51EEA}" srcOrd="1" destOrd="0" presId="urn:microsoft.com/office/officeart/2018/2/layout/IconVerticalSolidList"/>
    <dgm:cxn modelId="{9C206EF4-028F-4731-B848-804476EDE298}" type="presParOf" srcId="{8E6B8774-9783-41E0-8544-8B6390682C74}" destId="{C3E41E84-4DF6-4229-B753-16C0FFA65E1E}" srcOrd="2" destOrd="0" presId="urn:microsoft.com/office/officeart/2018/2/layout/IconVerticalSolidList"/>
    <dgm:cxn modelId="{FB0EA351-8D3A-4D43-B977-96E07B8B5597}" type="presParOf" srcId="{8E6B8774-9783-41E0-8544-8B6390682C74}" destId="{B2DA3668-C053-4B35-8677-BEDF7C2568BE}" srcOrd="3" destOrd="0" presId="urn:microsoft.com/office/officeart/2018/2/layout/IconVerticalSolidList"/>
    <dgm:cxn modelId="{CAEB7547-1889-401C-86CA-E275FDFD913F}" type="presParOf" srcId="{4EC8BB87-95D2-4448-86BF-9DD9E8D5437A}" destId="{8EF32970-524A-47E5-9E8B-0BF23155746C}" srcOrd="1" destOrd="0" presId="urn:microsoft.com/office/officeart/2018/2/layout/IconVerticalSolidList"/>
    <dgm:cxn modelId="{C6B3B031-CC9D-467B-B245-EE1DAEC642A4}" type="presParOf" srcId="{4EC8BB87-95D2-4448-86BF-9DD9E8D5437A}" destId="{485A9A67-7D24-4527-8A96-5EA636FDACB8}" srcOrd="2" destOrd="0" presId="urn:microsoft.com/office/officeart/2018/2/layout/IconVerticalSolidList"/>
    <dgm:cxn modelId="{2BCAD1B1-296F-40CF-8D28-BE9E268836A1}" type="presParOf" srcId="{485A9A67-7D24-4527-8A96-5EA636FDACB8}" destId="{743FBAEA-C5C0-439D-9012-8A029A85F8BB}" srcOrd="0" destOrd="0" presId="urn:microsoft.com/office/officeart/2018/2/layout/IconVerticalSolidList"/>
    <dgm:cxn modelId="{BF230AB1-861B-42B8-8042-D9034E1FBD78}" type="presParOf" srcId="{485A9A67-7D24-4527-8A96-5EA636FDACB8}" destId="{565D8868-F4E6-460C-8EE7-FA9121322B63}" srcOrd="1" destOrd="0" presId="urn:microsoft.com/office/officeart/2018/2/layout/IconVerticalSolidList"/>
    <dgm:cxn modelId="{C9CF0EBD-8D5F-41AD-9A23-59848F0606A0}" type="presParOf" srcId="{485A9A67-7D24-4527-8A96-5EA636FDACB8}" destId="{3D8F2831-6CF8-4924-AAF9-33526E2AEF49}" srcOrd="2" destOrd="0" presId="urn:microsoft.com/office/officeart/2018/2/layout/IconVerticalSolidList"/>
    <dgm:cxn modelId="{9D1271AC-2740-4CCA-BAC4-F65B149459AF}" type="presParOf" srcId="{485A9A67-7D24-4527-8A96-5EA636FDACB8}" destId="{E3D6176E-7BF0-48B2-AD70-2811E99290E9}" srcOrd="3" destOrd="0" presId="urn:microsoft.com/office/officeart/2018/2/layout/IconVerticalSolidList"/>
    <dgm:cxn modelId="{6255BB17-2CF6-4B84-AAD5-C2C2F637322D}" type="presParOf" srcId="{4EC8BB87-95D2-4448-86BF-9DD9E8D5437A}" destId="{5FE92AC9-C276-4757-BFA2-CE12AB4C5E31}" srcOrd="3" destOrd="0" presId="urn:microsoft.com/office/officeart/2018/2/layout/IconVerticalSolidList"/>
    <dgm:cxn modelId="{7CECD9AB-7075-4FC6-A82D-F7FFD4F90C4C}" type="presParOf" srcId="{4EC8BB87-95D2-4448-86BF-9DD9E8D5437A}" destId="{F1289540-B023-44DE-BE4F-9CA4E61907E3}" srcOrd="4" destOrd="0" presId="urn:microsoft.com/office/officeart/2018/2/layout/IconVerticalSolidList"/>
    <dgm:cxn modelId="{3F5494C7-AC64-4F68-B14B-94778D8894B0}" type="presParOf" srcId="{F1289540-B023-44DE-BE4F-9CA4E61907E3}" destId="{C06AA3E3-E501-4499-993A-D91D5566AF19}" srcOrd="0" destOrd="0" presId="urn:microsoft.com/office/officeart/2018/2/layout/IconVerticalSolidList"/>
    <dgm:cxn modelId="{2177383E-8853-41FA-810D-466D7A36B075}" type="presParOf" srcId="{F1289540-B023-44DE-BE4F-9CA4E61907E3}" destId="{8AA275DF-08E5-4EE2-BD27-DE66B4B72521}" srcOrd="1" destOrd="0" presId="urn:microsoft.com/office/officeart/2018/2/layout/IconVerticalSolidList"/>
    <dgm:cxn modelId="{024B9DCF-23D7-4E50-B822-D9DEC7960265}" type="presParOf" srcId="{F1289540-B023-44DE-BE4F-9CA4E61907E3}" destId="{523AB25A-30CB-4A0B-9A28-7EC9ABC6BAE6}" srcOrd="2" destOrd="0" presId="urn:microsoft.com/office/officeart/2018/2/layout/IconVerticalSolidList"/>
    <dgm:cxn modelId="{DEA2D917-8D08-494D-9ED3-4FCE3EDB9DFB}" type="presParOf" srcId="{F1289540-B023-44DE-BE4F-9CA4E61907E3}" destId="{77C3A690-4773-43E9-A30C-D4AD2FE2CC62}" srcOrd="3" destOrd="0" presId="urn:microsoft.com/office/officeart/2018/2/layout/IconVerticalSolidList"/>
    <dgm:cxn modelId="{1E123B04-D61E-467F-BAAA-BF6FC2D534A0}" type="presParOf" srcId="{4EC8BB87-95D2-4448-86BF-9DD9E8D5437A}" destId="{3ED4D05D-E7E3-45F3-A592-DC4145CDA328}" srcOrd="5" destOrd="0" presId="urn:microsoft.com/office/officeart/2018/2/layout/IconVerticalSolidList"/>
    <dgm:cxn modelId="{DF05DDBA-7BC8-402D-9533-4A49F6FFA3C5}" type="presParOf" srcId="{4EC8BB87-95D2-4448-86BF-9DD9E8D5437A}" destId="{984BAA49-9CC2-4F0E-A568-716CF50DD1D4}" srcOrd="6" destOrd="0" presId="urn:microsoft.com/office/officeart/2018/2/layout/IconVerticalSolidList"/>
    <dgm:cxn modelId="{069CCCE8-7C06-4C01-B953-CCDFEF4279C5}" type="presParOf" srcId="{984BAA49-9CC2-4F0E-A568-716CF50DD1D4}" destId="{8EC51DD7-5501-4041-BCB2-3ED7EC996585}" srcOrd="0" destOrd="0" presId="urn:microsoft.com/office/officeart/2018/2/layout/IconVerticalSolidList"/>
    <dgm:cxn modelId="{641518D5-8E0A-49E4-8A28-9BB0B05B5E4A}" type="presParOf" srcId="{984BAA49-9CC2-4F0E-A568-716CF50DD1D4}" destId="{311D4083-C694-48B0-93A5-BCB8C667561B}" srcOrd="1" destOrd="0" presId="urn:microsoft.com/office/officeart/2018/2/layout/IconVerticalSolidList"/>
    <dgm:cxn modelId="{51E172F0-E56A-4F1F-853E-298731ECB857}" type="presParOf" srcId="{984BAA49-9CC2-4F0E-A568-716CF50DD1D4}" destId="{1B18E9C4-0B64-4241-AC8B-34E39140A4A4}" srcOrd="2" destOrd="0" presId="urn:microsoft.com/office/officeart/2018/2/layout/IconVerticalSolidList"/>
    <dgm:cxn modelId="{E16E4F6C-FBC9-4F08-B674-90BEB9310B5B}" type="presParOf" srcId="{984BAA49-9CC2-4F0E-A568-716CF50DD1D4}" destId="{A30F0A64-8425-423F-9F1B-6475112C908D}" srcOrd="3" destOrd="0" presId="urn:microsoft.com/office/officeart/2018/2/layout/IconVerticalSolidList"/>
    <dgm:cxn modelId="{99C25581-2921-4A65-9984-593265928154}" type="presParOf" srcId="{4EC8BB87-95D2-4448-86BF-9DD9E8D5437A}" destId="{75B94226-F67B-417A-B432-C0072FFFA19B}" srcOrd="7" destOrd="0" presId="urn:microsoft.com/office/officeart/2018/2/layout/IconVerticalSolidList"/>
    <dgm:cxn modelId="{480C55F6-DA42-4F4B-BE6D-CBA56620D54D}" type="presParOf" srcId="{4EC8BB87-95D2-4448-86BF-9DD9E8D5437A}" destId="{86A34DCB-A46E-4173-B52F-5EB32C1215D5}" srcOrd="8" destOrd="0" presId="urn:microsoft.com/office/officeart/2018/2/layout/IconVerticalSolidList"/>
    <dgm:cxn modelId="{3C760052-695F-4230-82AD-262E7603EE18}" type="presParOf" srcId="{86A34DCB-A46E-4173-B52F-5EB32C1215D5}" destId="{AB2FBF70-1998-4147-B49F-BD734D758393}" srcOrd="0" destOrd="0" presId="urn:microsoft.com/office/officeart/2018/2/layout/IconVerticalSolidList"/>
    <dgm:cxn modelId="{CB1F919D-447D-46A6-9678-546BC938128B}" type="presParOf" srcId="{86A34DCB-A46E-4173-B52F-5EB32C1215D5}" destId="{27571131-0739-4247-8BBA-E1E0B33E7FED}" srcOrd="1" destOrd="0" presId="urn:microsoft.com/office/officeart/2018/2/layout/IconVerticalSolidList"/>
    <dgm:cxn modelId="{FF963309-1344-4DEA-8FB7-0C2CFF2289D0}" type="presParOf" srcId="{86A34DCB-A46E-4173-B52F-5EB32C1215D5}" destId="{8E1D89A6-C39F-47D5-B289-99E16F995C92}" srcOrd="2" destOrd="0" presId="urn:microsoft.com/office/officeart/2018/2/layout/IconVerticalSolidList"/>
    <dgm:cxn modelId="{A470B7B6-B0FF-47EE-BA81-23AB180A1481}" type="presParOf" srcId="{86A34DCB-A46E-4173-B52F-5EB32C1215D5}" destId="{7335CC88-9E73-4D5F-8822-A00BC61A5B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997BE3-1B48-4004-9596-72FDD647274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9B9E386-6787-42AE-B881-C4CDDB0035EC}">
      <dgm:prSet/>
      <dgm:spPr/>
      <dgm:t>
        <a:bodyPr/>
        <a:lstStyle/>
        <a:p>
          <a:pPr>
            <a:defRPr cap="all"/>
          </a:pPr>
          <a:r>
            <a:rPr lang="pt-BR" b="1" dirty="0"/>
            <a:t>Estatísticas em destaque foram:</a:t>
          </a:r>
          <a:endParaRPr lang="en-US" dirty="0"/>
        </a:p>
      </dgm:t>
    </dgm:pt>
    <dgm:pt modelId="{A638B250-1517-4180-A6EA-24CA2F7A6152}" type="parTrans" cxnId="{15C521D5-AE7C-4079-872C-D1C27DD7431A}">
      <dgm:prSet/>
      <dgm:spPr/>
      <dgm:t>
        <a:bodyPr/>
        <a:lstStyle/>
        <a:p>
          <a:endParaRPr lang="en-US"/>
        </a:p>
      </dgm:t>
    </dgm:pt>
    <dgm:pt modelId="{83BD8F9C-E1A4-471E-AABD-E95B3155077B}" type="sibTrans" cxnId="{15C521D5-AE7C-4079-872C-D1C27DD7431A}">
      <dgm:prSet/>
      <dgm:spPr/>
      <dgm:t>
        <a:bodyPr/>
        <a:lstStyle/>
        <a:p>
          <a:endParaRPr lang="en-US"/>
        </a:p>
      </dgm:t>
    </dgm:pt>
    <dgm:pt modelId="{3B0F37DC-1249-49E9-B6AF-71FCFB3DD124}">
      <dgm:prSet/>
      <dgm:spPr/>
      <dgm:t>
        <a:bodyPr/>
        <a:lstStyle/>
        <a:p>
          <a:pPr>
            <a:defRPr cap="all"/>
          </a:pPr>
          <a:r>
            <a:rPr lang="pt-BR" b="1" dirty="0"/>
            <a:t>Reduz tempo de decisão</a:t>
          </a:r>
          <a:br>
            <a:rPr lang="pt-BR" dirty="0"/>
          </a:br>
          <a:r>
            <a:rPr lang="pt-BR" dirty="0"/>
            <a:t>De 20min para 3min</a:t>
          </a:r>
          <a:endParaRPr lang="en-US" dirty="0"/>
        </a:p>
      </dgm:t>
    </dgm:pt>
    <dgm:pt modelId="{FF06F84C-8821-49EF-957D-80757C7F6D57}" type="parTrans" cxnId="{4B81C3B9-863A-4460-B4B8-C7A6A36A58C9}">
      <dgm:prSet/>
      <dgm:spPr/>
      <dgm:t>
        <a:bodyPr/>
        <a:lstStyle/>
        <a:p>
          <a:endParaRPr lang="en-US"/>
        </a:p>
      </dgm:t>
    </dgm:pt>
    <dgm:pt modelId="{51E892D5-52A6-4233-89E7-901BB892AAB4}" type="sibTrans" cxnId="{4B81C3B9-863A-4460-B4B8-C7A6A36A58C9}">
      <dgm:prSet/>
      <dgm:spPr/>
      <dgm:t>
        <a:bodyPr/>
        <a:lstStyle/>
        <a:p>
          <a:endParaRPr lang="en-US"/>
        </a:p>
      </dgm:t>
    </dgm:pt>
    <dgm:pt modelId="{A35C8120-0DF8-4358-AB49-ABCE1D98DD4D}">
      <dgm:prSet/>
      <dgm:spPr/>
      <dgm:t>
        <a:bodyPr/>
        <a:lstStyle/>
        <a:p>
          <a:pPr>
            <a:defRPr cap="all"/>
          </a:pPr>
          <a:r>
            <a:rPr lang="pt-BR" b="1"/>
            <a:t>Aumenta satisfação</a:t>
          </a:r>
          <a:br>
            <a:rPr lang="pt-BR"/>
          </a:br>
          <a:r>
            <a:rPr lang="pt-BR"/>
            <a:t>Sugestões personalizadas</a:t>
          </a:r>
          <a:endParaRPr lang="en-US"/>
        </a:p>
      </dgm:t>
    </dgm:pt>
    <dgm:pt modelId="{71D4F068-31BE-406E-9478-4FD505968543}" type="parTrans" cxnId="{FA4594FE-B7A6-42E6-8765-31F9C060EBE6}">
      <dgm:prSet/>
      <dgm:spPr/>
      <dgm:t>
        <a:bodyPr/>
        <a:lstStyle/>
        <a:p>
          <a:endParaRPr lang="en-US"/>
        </a:p>
      </dgm:t>
    </dgm:pt>
    <dgm:pt modelId="{39B59490-FB12-4EC4-81DF-0AEAA6C7F3E1}" type="sibTrans" cxnId="{FA4594FE-B7A6-42E6-8765-31F9C060EBE6}">
      <dgm:prSet/>
      <dgm:spPr/>
      <dgm:t>
        <a:bodyPr/>
        <a:lstStyle/>
        <a:p>
          <a:endParaRPr lang="en-US"/>
        </a:p>
      </dgm:t>
    </dgm:pt>
    <dgm:pt modelId="{CA7F4924-4EC3-40B5-87E6-B40938541EB5}">
      <dgm:prSet/>
      <dgm:spPr/>
      <dgm:t>
        <a:bodyPr/>
        <a:lstStyle/>
        <a:p>
          <a:pPr>
            <a:defRPr cap="all"/>
          </a:pPr>
          <a:r>
            <a:rPr lang="pt-BR" b="1"/>
            <a:t>Melhora experiência</a:t>
          </a:r>
          <a:br>
            <a:rPr lang="pt-BR"/>
          </a:br>
          <a:r>
            <a:rPr lang="pt-BR"/>
            <a:t>Visualização antes de comprar</a:t>
          </a:r>
          <a:endParaRPr lang="en-US"/>
        </a:p>
      </dgm:t>
    </dgm:pt>
    <dgm:pt modelId="{FC3DE82A-A093-4913-9490-D29FA8992528}" type="parTrans" cxnId="{CD3B74E3-0AEE-43B0-A0DA-4EA7FFB049D3}">
      <dgm:prSet/>
      <dgm:spPr/>
      <dgm:t>
        <a:bodyPr/>
        <a:lstStyle/>
        <a:p>
          <a:endParaRPr lang="en-US"/>
        </a:p>
      </dgm:t>
    </dgm:pt>
    <dgm:pt modelId="{45159F23-327A-4CF1-9D08-AAD2BAD653EF}" type="sibTrans" cxnId="{CD3B74E3-0AEE-43B0-A0DA-4EA7FFB049D3}">
      <dgm:prSet/>
      <dgm:spPr/>
      <dgm:t>
        <a:bodyPr/>
        <a:lstStyle/>
        <a:p>
          <a:endParaRPr lang="en-US"/>
        </a:p>
      </dgm:t>
    </dgm:pt>
    <dgm:pt modelId="{C0FB0272-AA6B-484D-A386-668881E202F3}">
      <dgm:prSet/>
      <dgm:spPr/>
      <dgm:t>
        <a:bodyPr/>
        <a:lstStyle/>
        <a:p>
          <a:pPr>
            <a:defRPr cap="all"/>
          </a:pPr>
          <a:r>
            <a:rPr lang="pt-BR" b="1" dirty="0"/>
            <a:t>Facilita escolhas</a:t>
          </a:r>
          <a:br>
            <a:rPr lang="pt-BR" dirty="0"/>
          </a:br>
          <a:r>
            <a:rPr lang="pt-BR" dirty="0"/>
            <a:t>Elimina fadiga de decisão</a:t>
          </a:r>
          <a:endParaRPr lang="en-US" dirty="0"/>
        </a:p>
      </dgm:t>
    </dgm:pt>
    <dgm:pt modelId="{B74F8F56-2C92-43E7-80A3-CF64EDABBEFF}" type="parTrans" cxnId="{13DA8569-ADAC-4665-ABA3-B3D57F75B197}">
      <dgm:prSet/>
      <dgm:spPr/>
      <dgm:t>
        <a:bodyPr/>
        <a:lstStyle/>
        <a:p>
          <a:endParaRPr lang="en-US"/>
        </a:p>
      </dgm:t>
    </dgm:pt>
    <dgm:pt modelId="{D8528501-A8C9-42AA-B5D4-8B6FB6BEBA7D}" type="sibTrans" cxnId="{13DA8569-ADAC-4665-ABA3-B3D57F75B197}">
      <dgm:prSet/>
      <dgm:spPr/>
      <dgm:t>
        <a:bodyPr/>
        <a:lstStyle/>
        <a:p>
          <a:endParaRPr lang="en-US"/>
        </a:p>
      </dgm:t>
    </dgm:pt>
    <dgm:pt modelId="{05417AA4-AEF4-4713-974A-781940C7E06B}" type="pres">
      <dgm:prSet presAssocID="{A2997BE3-1B48-4004-9596-72FDD6472744}" presName="root" presStyleCnt="0">
        <dgm:presLayoutVars>
          <dgm:dir/>
          <dgm:resizeHandles val="exact"/>
        </dgm:presLayoutVars>
      </dgm:prSet>
      <dgm:spPr/>
    </dgm:pt>
    <dgm:pt modelId="{346ACE8C-A132-4F2D-A4AC-AB29A4192180}" type="pres">
      <dgm:prSet presAssocID="{F9B9E386-6787-42AE-B881-C4CDDB0035EC}" presName="compNode" presStyleCnt="0"/>
      <dgm:spPr/>
    </dgm:pt>
    <dgm:pt modelId="{BAB3EA12-7ABE-4782-B9DE-09D7B8362F1A}" type="pres">
      <dgm:prSet presAssocID="{F9B9E386-6787-42AE-B881-C4CDDB0035EC}" presName="iconBgRect" presStyleLbl="bgShp" presStyleIdx="0" presStyleCnt="5"/>
      <dgm:spPr/>
    </dgm:pt>
    <dgm:pt modelId="{F3E6F76A-6DC0-4D13-A1F6-72CD46E936C7}" type="pres">
      <dgm:prSet presAssocID="{F9B9E386-6787-42AE-B881-C4CDDB0035E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EA19C03-59BE-4D24-AEBC-09037FFE2420}" type="pres">
      <dgm:prSet presAssocID="{F9B9E386-6787-42AE-B881-C4CDDB0035EC}" presName="spaceRect" presStyleCnt="0"/>
      <dgm:spPr/>
    </dgm:pt>
    <dgm:pt modelId="{A64A8FB3-5AC7-469C-B58F-89A643493819}" type="pres">
      <dgm:prSet presAssocID="{F9B9E386-6787-42AE-B881-C4CDDB0035EC}" presName="textRect" presStyleLbl="revTx" presStyleIdx="0" presStyleCnt="5">
        <dgm:presLayoutVars>
          <dgm:chMax val="1"/>
          <dgm:chPref val="1"/>
        </dgm:presLayoutVars>
      </dgm:prSet>
      <dgm:spPr/>
    </dgm:pt>
    <dgm:pt modelId="{AAF4361E-C6D2-426A-9891-57CA6C241F11}" type="pres">
      <dgm:prSet presAssocID="{83BD8F9C-E1A4-471E-AABD-E95B3155077B}" presName="sibTrans" presStyleCnt="0"/>
      <dgm:spPr/>
    </dgm:pt>
    <dgm:pt modelId="{1A4F9EC9-4E37-4E8E-862B-920AB1DFD177}" type="pres">
      <dgm:prSet presAssocID="{3B0F37DC-1249-49E9-B6AF-71FCFB3DD124}" presName="compNode" presStyleCnt="0"/>
      <dgm:spPr/>
    </dgm:pt>
    <dgm:pt modelId="{665C8A4A-DF0C-467B-9336-07553C754016}" type="pres">
      <dgm:prSet presAssocID="{3B0F37DC-1249-49E9-B6AF-71FCFB3DD124}" presName="iconBgRect" presStyleLbl="bgShp" presStyleIdx="1" presStyleCnt="5"/>
      <dgm:spPr/>
    </dgm:pt>
    <dgm:pt modelId="{02CC971A-D9F3-4FCE-B49A-55738EEA2F8F}" type="pres">
      <dgm:prSet presAssocID="{3B0F37DC-1249-49E9-B6AF-71FCFB3DD1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3FB45293-FC35-44CA-86AD-78D83147182F}" type="pres">
      <dgm:prSet presAssocID="{3B0F37DC-1249-49E9-B6AF-71FCFB3DD124}" presName="spaceRect" presStyleCnt="0"/>
      <dgm:spPr/>
    </dgm:pt>
    <dgm:pt modelId="{7FB843BC-AE46-46C7-BB40-E99724F0FE32}" type="pres">
      <dgm:prSet presAssocID="{3B0F37DC-1249-49E9-B6AF-71FCFB3DD124}" presName="textRect" presStyleLbl="revTx" presStyleIdx="1" presStyleCnt="5">
        <dgm:presLayoutVars>
          <dgm:chMax val="1"/>
          <dgm:chPref val="1"/>
        </dgm:presLayoutVars>
      </dgm:prSet>
      <dgm:spPr/>
    </dgm:pt>
    <dgm:pt modelId="{90073600-EA8B-499B-8144-DF494EA4C14D}" type="pres">
      <dgm:prSet presAssocID="{51E892D5-52A6-4233-89E7-901BB892AAB4}" presName="sibTrans" presStyleCnt="0"/>
      <dgm:spPr/>
    </dgm:pt>
    <dgm:pt modelId="{6FAA8C7F-7178-4322-AEAC-1E0970BEFA67}" type="pres">
      <dgm:prSet presAssocID="{A35C8120-0DF8-4358-AB49-ABCE1D98DD4D}" presName="compNode" presStyleCnt="0"/>
      <dgm:spPr/>
    </dgm:pt>
    <dgm:pt modelId="{8BFE0BAF-5C2F-4C71-BFF9-8B7D5F6AF332}" type="pres">
      <dgm:prSet presAssocID="{A35C8120-0DF8-4358-AB49-ABCE1D98DD4D}" presName="iconBgRect" presStyleLbl="bgShp" presStyleIdx="2" presStyleCnt="5"/>
      <dgm:spPr/>
    </dgm:pt>
    <dgm:pt modelId="{1CA70590-F791-4980-B532-20E41E2E0709}" type="pres">
      <dgm:prSet presAssocID="{A35C8120-0DF8-4358-AB49-ABCE1D98DD4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5ED52380-8671-48E1-868A-23A0C1B29804}" type="pres">
      <dgm:prSet presAssocID="{A35C8120-0DF8-4358-AB49-ABCE1D98DD4D}" presName="spaceRect" presStyleCnt="0"/>
      <dgm:spPr/>
    </dgm:pt>
    <dgm:pt modelId="{42AA1EBE-1490-44F8-A15A-03588258D8CF}" type="pres">
      <dgm:prSet presAssocID="{A35C8120-0DF8-4358-AB49-ABCE1D98DD4D}" presName="textRect" presStyleLbl="revTx" presStyleIdx="2" presStyleCnt="5">
        <dgm:presLayoutVars>
          <dgm:chMax val="1"/>
          <dgm:chPref val="1"/>
        </dgm:presLayoutVars>
      </dgm:prSet>
      <dgm:spPr/>
    </dgm:pt>
    <dgm:pt modelId="{EB1D53E3-BCE3-44A9-A554-72867F5D3649}" type="pres">
      <dgm:prSet presAssocID="{39B59490-FB12-4EC4-81DF-0AEAA6C7F3E1}" presName="sibTrans" presStyleCnt="0"/>
      <dgm:spPr/>
    </dgm:pt>
    <dgm:pt modelId="{AEF1E27F-6C66-497C-B4A8-04D4F8D34597}" type="pres">
      <dgm:prSet presAssocID="{CA7F4924-4EC3-40B5-87E6-B40938541EB5}" presName="compNode" presStyleCnt="0"/>
      <dgm:spPr/>
    </dgm:pt>
    <dgm:pt modelId="{6D9BE55B-8F6B-4919-B2A1-A1CC126D3A76}" type="pres">
      <dgm:prSet presAssocID="{CA7F4924-4EC3-40B5-87E6-B40938541EB5}" presName="iconBgRect" presStyleLbl="bgShp" presStyleIdx="3" presStyleCnt="5"/>
      <dgm:spPr/>
    </dgm:pt>
    <dgm:pt modelId="{5E6DEE79-A4BD-45B3-8648-5883F4CC1624}" type="pres">
      <dgm:prSet presAssocID="{CA7F4924-4EC3-40B5-87E6-B40938541EB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lho"/>
        </a:ext>
      </dgm:extLst>
    </dgm:pt>
    <dgm:pt modelId="{65A022F3-92F8-4F95-8E4D-29FA2FCC6AF9}" type="pres">
      <dgm:prSet presAssocID="{CA7F4924-4EC3-40B5-87E6-B40938541EB5}" presName="spaceRect" presStyleCnt="0"/>
      <dgm:spPr/>
    </dgm:pt>
    <dgm:pt modelId="{953EC821-7B78-46D5-A9DB-36FD660FE9FE}" type="pres">
      <dgm:prSet presAssocID="{CA7F4924-4EC3-40B5-87E6-B40938541EB5}" presName="textRect" presStyleLbl="revTx" presStyleIdx="3" presStyleCnt="5">
        <dgm:presLayoutVars>
          <dgm:chMax val="1"/>
          <dgm:chPref val="1"/>
        </dgm:presLayoutVars>
      </dgm:prSet>
      <dgm:spPr/>
    </dgm:pt>
    <dgm:pt modelId="{EC983420-B512-4EF7-8B51-7DB453A8D190}" type="pres">
      <dgm:prSet presAssocID="{45159F23-327A-4CF1-9D08-AAD2BAD653EF}" presName="sibTrans" presStyleCnt="0"/>
      <dgm:spPr/>
    </dgm:pt>
    <dgm:pt modelId="{50A29367-8630-483E-AA2B-F78E78E29B21}" type="pres">
      <dgm:prSet presAssocID="{C0FB0272-AA6B-484D-A386-668881E202F3}" presName="compNode" presStyleCnt="0"/>
      <dgm:spPr/>
    </dgm:pt>
    <dgm:pt modelId="{4C2E8492-74BD-4389-BD18-32C89F57D538}" type="pres">
      <dgm:prSet presAssocID="{C0FB0272-AA6B-484D-A386-668881E202F3}" presName="iconBgRect" presStyleLbl="bgShp" presStyleIdx="4" presStyleCnt="5"/>
      <dgm:spPr/>
    </dgm:pt>
    <dgm:pt modelId="{7BFCD4A1-05B3-4105-A583-80704632C4E6}" type="pres">
      <dgm:prSet presAssocID="{C0FB0272-AA6B-484D-A386-668881E202F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C63DB37-AF12-4783-A6F7-7F6925C23344}" type="pres">
      <dgm:prSet presAssocID="{C0FB0272-AA6B-484D-A386-668881E202F3}" presName="spaceRect" presStyleCnt="0"/>
      <dgm:spPr/>
    </dgm:pt>
    <dgm:pt modelId="{F038E6C8-AD8B-421E-B766-DC249DCB6324}" type="pres">
      <dgm:prSet presAssocID="{C0FB0272-AA6B-484D-A386-668881E202F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4FAC414-1B41-4699-9F64-C6BBB9E6A718}" type="presOf" srcId="{C0FB0272-AA6B-484D-A386-668881E202F3}" destId="{F038E6C8-AD8B-421E-B766-DC249DCB6324}" srcOrd="0" destOrd="0" presId="urn:microsoft.com/office/officeart/2018/5/layout/IconCircleLabelList"/>
    <dgm:cxn modelId="{53DCB125-FAE9-4F73-AA38-B24549194DE3}" type="presOf" srcId="{CA7F4924-4EC3-40B5-87E6-B40938541EB5}" destId="{953EC821-7B78-46D5-A9DB-36FD660FE9FE}" srcOrd="0" destOrd="0" presId="urn:microsoft.com/office/officeart/2018/5/layout/IconCircleLabelList"/>
    <dgm:cxn modelId="{D6F92135-27E7-4C2E-AB90-F9D7706AD4BB}" type="presOf" srcId="{A35C8120-0DF8-4358-AB49-ABCE1D98DD4D}" destId="{42AA1EBE-1490-44F8-A15A-03588258D8CF}" srcOrd="0" destOrd="0" presId="urn:microsoft.com/office/officeart/2018/5/layout/IconCircleLabelList"/>
    <dgm:cxn modelId="{ADCD7C56-21C6-4304-8C68-6A67D82C1BF0}" type="presOf" srcId="{A2997BE3-1B48-4004-9596-72FDD6472744}" destId="{05417AA4-AEF4-4713-974A-781940C7E06B}" srcOrd="0" destOrd="0" presId="urn:microsoft.com/office/officeart/2018/5/layout/IconCircleLabelList"/>
    <dgm:cxn modelId="{13DA8569-ADAC-4665-ABA3-B3D57F75B197}" srcId="{A2997BE3-1B48-4004-9596-72FDD6472744}" destId="{C0FB0272-AA6B-484D-A386-668881E202F3}" srcOrd="4" destOrd="0" parTransId="{B74F8F56-2C92-43E7-80A3-CF64EDABBEFF}" sibTransId="{D8528501-A8C9-42AA-B5D4-8B6FB6BEBA7D}"/>
    <dgm:cxn modelId="{CC4D26A7-5421-4641-A5D2-F7D26BCC960E}" type="presOf" srcId="{F9B9E386-6787-42AE-B881-C4CDDB0035EC}" destId="{A64A8FB3-5AC7-469C-B58F-89A643493819}" srcOrd="0" destOrd="0" presId="urn:microsoft.com/office/officeart/2018/5/layout/IconCircleLabelList"/>
    <dgm:cxn modelId="{65DD1AB6-6ADD-41A6-B1CA-82F4C2DB3166}" type="presOf" srcId="{3B0F37DC-1249-49E9-B6AF-71FCFB3DD124}" destId="{7FB843BC-AE46-46C7-BB40-E99724F0FE32}" srcOrd="0" destOrd="0" presId="urn:microsoft.com/office/officeart/2018/5/layout/IconCircleLabelList"/>
    <dgm:cxn modelId="{4B81C3B9-863A-4460-B4B8-C7A6A36A58C9}" srcId="{A2997BE3-1B48-4004-9596-72FDD6472744}" destId="{3B0F37DC-1249-49E9-B6AF-71FCFB3DD124}" srcOrd="1" destOrd="0" parTransId="{FF06F84C-8821-49EF-957D-80757C7F6D57}" sibTransId="{51E892D5-52A6-4233-89E7-901BB892AAB4}"/>
    <dgm:cxn modelId="{15C521D5-AE7C-4079-872C-D1C27DD7431A}" srcId="{A2997BE3-1B48-4004-9596-72FDD6472744}" destId="{F9B9E386-6787-42AE-B881-C4CDDB0035EC}" srcOrd="0" destOrd="0" parTransId="{A638B250-1517-4180-A6EA-24CA2F7A6152}" sibTransId="{83BD8F9C-E1A4-471E-AABD-E95B3155077B}"/>
    <dgm:cxn modelId="{CD3B74E3-0AEE-43B0-A0DA-4EA7FFB049D3}" srcId="{A2997BE3-1B48-4004-9596-72FDD6472744}" destId="{CA7F4924-4EC3-40B5-87E6-B40938541EB5}" srcOrd="3" destOrd="0" parTransId="{FC3DE82A-A093-4913-9490-D29FA8992528}" sibTransId="{45159F23-327A-4CF1-9D08-AAD2BAD653EF}"/>
    <dgm:cxn modelId="{FA4594FE-B7A6-42E6-8765-31F9C060EBE6}" srcId="{A2997BE3-1B48-4004-9596-72FDD6472744}" destId="{A35C8120-0DF8-4358-AB49-ABCE1D98DD4D}" srcOrd="2" destOrd="0" parTransId="{71D4F068-31BE-406E-9478-4FD505968543}" sibTransId="{39B59490-FB12-4EC4-81DF-0AEAA6C7F3E1}"/>
    <dgm:cxn modelId="{801865DC-633A-46B4-861C-1D7B58A30508}" type="presParOf" srcId="{05417AA4-AEF4-4713-974A-781940C7E06B}" destId="{346ACE8C-A132-4F2D-A4AC-AB29A4192180}" srcOrd="0" destOrd="0" presId="urn:microsoft.com/office/officeart/2018/5/layout/IconCircleLabelList"/>
    <dgm:cxn modelId="{A655FED6-198C-40C0-B125-98755E5E5EBC}" type="presParOf" srcId="{346ACE8C-A132-4F2D-A4AC-AB29A4192180}" destId="{BAB3EA12-7ABE-4782-B9DE-09D7B8362F1A}" srcOrd="0" destOrd="0" presId="urn:microsoft.com/office/officeart/2018/5/layout/IconCircleLabelList"/>
    <dgm:cxn modelId="{45F61480-952F-4733-8EC7-7DBE2DFD6257}" type="presParOf" srcId="{346ACE8C-A132-4F2D-A4AC-AB29A4192180}" destId="{F3E6F76A-6DC0-4D13-A1F6-72CD46E936C7}" srcOrd="1" destOrd="0" presId="urn:microsoft.com/office/officeart/2018/5/layout/IconCircleLabelList"/>
    <dgm:cxn modelId="{19CDC0CB-8AA4-4A8C-958D-50A35A93D814}" type="presParOf" srcId="{346ACE8C-A132-4F2D-A4AC-AB29A4192180}" destId="{CEA19C03-59BE-4D24-AEBC-09037FFE2420}" srcOrd="2" destOrd="0" presId="urn:microsoft.com/office/officeart/2018/5/layout/IconCircleLabelList"/>
    <dgm:cxn modelId="{D1B36597-6634-4D2C-87D3-0E89779B0E4D}" type="presParOf" srcId="{346ACE8C-A132-4F2D-A4AC-AB29A4192180}" destId="{A64A8FB3-5AC7-469C-B58F-89A643493819}" srcOrd="3" destOrd="0" presId="urn:microsoft.com/office/officeart/2018/5/layout/IconCircleLabelList"/>
    <dgm:cxn modelId="{C6CBA230-2CD1-4806-9D26-D48F125CCDF6}" type="presParOf" srcId="{05417AA4-AEF4-4713-974A-781940C7E06B}" destId="{AAF4361E-C6D2-426A-9891-57CA6C241F11}" srcOrd="1" destOrd="0" presId="urn:microsoft.com/office/officeart/2018/5/layout/IconCircleLabelList"/>
    <dgm:cxn modelId="{50B3681E-563C-463F-92CD-54462AD2E54F}" type="presParOf" srcId="{05417AA4-AEF4-4713-974A-781940C7E06B}" destId="{1A4F9EC9-4E37-4E8E-862B-920AB1DFD177}" srcOrd="2" destOrd="0" presId="urn:microsoft.com/office/officeart/2018/5/layout/IconCircleLabelList"/>
    <dgm:cxn modelId="{AF8372CE-254C-49F3-A222-8CC2A0D13021}" type="presParOf" srcId="{1A4F9EC9-4E37-4E8E-862B-920AB1DFD177}" destId="{665C8A4A-DF0C-467B-9336-07553C754016}" srcOrd="0" destOrd="0" presId="urn:microsoft.com/office/officeart/2018/5/layout/IconCircleLabelList"/>
    <dgm:cxn modelId="{0FB5E9B4-335C-4888-B394-BC4D72E708F5}" type="presParOf" srcId="{1A4F9EC9-4E37-4E8E-862B-920AB1DFD177}" destId="{02CC971A-D9F3-4FCE-B49A-55738EEA2F8F}" srcOrd="1" destOrd="0" presId="urn:microsoft.com/office/officeart/2018/5/layout/IconCircleLabelList"/>
    <dgm:cxn modelId="{5D19DCD9-2476-4580-B2FE-A58BAE120C42}" type="presParOf" srcId="{1A4F9EC9-4E37-4E8E-862B-920AB1DFD177}" destId="{3FB45293-FC35-44CA-86AD-78D83147182F}" srcOrd="2" destOrd="0" presId="urn:microsoft.com/office/officeart/2018/5/layout/IconCircleLabelList"/>
    <dgm:cxn modelId="{FD25A63F-EB79-4033-AD15-99378CD26902}" type="presParOf" srcId="{1A4F9EC9-4E37-4E8E-862B-920AB1DFD177}" destId="{7FB843BC-AE46-46C7-BB40-E99724F0FE32}" srcOrd="3" destOrd="0" presId="urn:microsoft.com/office/officeart/2018/5/layout/IconCircleLabelList"/>
    <dgm:cxn modelId="{8A2BA3E4-A9C2-4BE3-889C-A0C0CEB39267}" type="presParOf" srcId="{05417AA4-AEF4-4713-974A-781940C7E06B}" destId="{90073600-EA8B-499B-8144-DF494EA4C14D}" srcOrd="3" destOrd="0" presId="urn:microsoft.com/office/officeart/2018/5/layout/IconCircleLabelList"/>
    <dgm:cxn modelId="{5677EB54-3F6D-45F1-8CD8-9782AA7D0BCC}" type="presParOf" srcId="{05417AA4-AEF4-4713-974A-781940C7E06B}" destId="{6FAA8C7F-7178-4322-AEAC-1E0970BEFA67}" srcOrd="4" destOrd="0" presId="urn:microsoft.com/office/officeart/2018/5/layout/IconCircleLabelList"/>
    <dgm:cxn modelId="{699A8F38-BDE4-4279-896A-301007C127A9}" type="presParOf" srcId="{6FAA8C7F-7178-4322-AEAC-1E0970BEFA67}" destId="{8BFE0BAF-5C2F-4C71-BFF9-8B7D5F6AF332}" srcOrd="0" destOrd="0" presId="urn:microsoft.com/office/officeart/2018/5/layout/IconCircleLabelList"/>
    <dgm:cxn modelId="{2CAFB990-DB86-46DC-A837-E685FE66988A}" type="presParOf" srcId="{6FAA8C7F-7178-4322-AEAC-1E0970BEFA67}" destId="{1CA70590-F791-4980-B532-20E41E2E0709}" srcOrd="1" destOrd="0" presId="urn:microsoft.com/office/officeart/2018/5/layout/IconCircleLabelList"/>
    <dgm:cxn modelId="{8B92F343-1CDE-4912-9E7E-1330887C7A31}" type="presParOf" srcId="{6FAA8C7F-7178-4322-AEAC-1E0970BEFA67}" destId="{5ED52380-8671-48E1-868A-23A0C1B29804}" srcOrd="2" destOrd="0" presId="urn:microsoft.com/office/officeart/2018/5/layout/IconCircleLabelList"/>
    <dgm:cxn modelId="{54B90682-5A2E-4A8D-A165-E963C503A1B1}" type="presParOf" srcId="{6FAA8C7F-7178-4322-AEAC-1E0970BEFA67}" destId="{42AA1EBE-1490-44F8-A15A-03588258D8CF}" srcOrd="3" destOrd="0" presId="urn:microsoft.com/office/officeart/2018/5/layout/IconCircleLabelList"/>
    <dgm:cxn modelId="{E5436F4A-3EEE-44EF-918E-F712FC6EEED1}" type="presParOf" srcId="{05417AA4-AEF4-4713-974A-781940C7E06B}" destId="{EB1D53E3-BCE3-44A9-A554-72867F5D3649}" srcOrd="5" destOrd="0" presId="urn:microsoft.com/office/officeart/2018/5/layout/IconCircleLabelList"/>
    <dgm:cxn modelId="{1DFBA990-F0DB-4747-BDC7-4553ECA37F32}" type="presParOf" srcId="{05417AA4-AEF4-4713-974A-781940C7E06B}" destId="{AEF1E27F-6C66-497C-B4A8-04D4F8D34597}" srcOrd="6" destOrd="0" presId="urn:microsoft.com/office/officeart/2018/5/layout/IconCircleLabelList"/>
    <dgm:cxn modelId="{648704EE-B5C5-4E0E-B21D-955A217805AA}" type="presParOf" srcId="{AEF1E27F-6C66-497C-B4A8-04D4F8D34597}" destId="{6D9BE55B-8F6B-4919-B2A1-A1CC126D3A76}" srcOrd="0" destOrd="0" presId="urn:microsoft.com/office/officeart/2018/5/layout/IconCircleLabelList"/>
    <dgm:cxn modelId="{BCA33B93-7AF3-47CC-931C-1A5A85A069F3}" type="presParOf" srcId="{AEF1E27F-6C66-497C-B4A8-04D4F8D34597}" destId="{5E6DEE79-A4BD-45B3-8648-5883F4CC1624}" srcOrd="1" destOrd="0" presId="urn:microsoft.com/office/officeart/2018/5/layout/IconCircleLabelList"/>
    <dgm:cxn modelId="{4DAB2AD6-C1BA-4B1F-B94C-B6D3376A911A}" type="presParOf" srcId="{AEF1E27F-6C66-497C-B4A8-04D4F8D34597}" destId="{65A022F3-92F8-4F95-8E4D-29FA2FCC6AF9}" srcOrd="2" destOrd="0" presId="urn:microsoft.com/office/officeart/2018/5/layout/IconCircleLabelList"/>
    <dgm:cxn modelId="{EA551392-7FA4-4628-9521-9C624D2746ED}" type="presParOf" srcId="{AEF1E27F-6C66-497C-B4A8-04D4F8D34597}" destId="{953EC821-7B78-46D5-A9DB-36FD660FE9FE}" srcOrd="3" destOrd="0" presId="urn:microsoft.com/office/officeart/2018/5/layout/IconCircleLabelList"/>
    <dgm:cxn modelId="{45331D1B-34AB-44AB-A206-23EF8EC1C3F4}" type="presParOf" srcId="{05417AA4-AEF4-4713-974A-781940C7E06B}" destId="{EC983420-B512-4EF7-8B51-7DB453A8D190}" srcOrd="7" destOrd="0" presId="urn:microsoft.com/office/officeart/2018/5/layout/IconCircleLabelList"/>
    <dgm:cxn modelId="{00AA32E3-3A28-4A51-8DB5-88BC3E4CB42F}" type="presParOf" srcId="{05417AA4-AEF4-4713-974A-781940C7E06B}" destId="{50A29367-8630-483E-AA2B-F78E78E29B21}" srcOrd="8" destOrd="0" presId="urn:microsoft.com/office/officeart/2018/5/layout/IconCircleLabelList"/>
    <dgm:cxn modelId="{F64B0205-0D12-49FC-81DB-0E05068FCEF1}" type="presParOf" srcId="{50A29367-8630-483E-AA2B-F78E78E29B21}" destId="{4C2E8492-74BD-4389-BD18-32C89F57D538}" srcOrd="0" destOrd="0" presId="urn:microsoft.com/office/officeart/2018/5/layout/IconCircleLabelList"/>
    <dgm:cxn modelId="{FC52FE2A-658D-41FC-93BA-FB5B7D6AB98B}" type="presParOf" srcId="{50A29367-8630-483E-AA2B-F78E78E29B21}" destId="{7BFCD4A1-05B3-4105-A583-80704632C4E6}" srcOrd="1" destOrd="0" presId="urn:microsoft.com/office/officeart/2018/5/layout/IconCircleLabelList"/>
    <dgm:cxn modelId="{194FFD09-D58B-4312-A4DA-BB82EFE1C9E3}" type="presParOf" srcId="{50A29367-8630-483E-AA2B-F78E78E29B21}" destId="{EC63DB37-AF12-4783-A6F7-7F6925C23344}" srcOrd="2" destOrd="0" presId="urn:microsoft.com/office/officeart/2018/5/layout/IconCircleLabelList"/>
    <dgm:cxn modelId="{4374BDB5-3B6E-4C7E-9306-601B25D52057}" type="presParOf" srcId="{50A29367-8630-483E-AA2B-F78E78E29B21}" destId="{F038E6C8-AD8B-421E-B766-DC249DCB632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0010DD-56CA-4903-AC93-4A632C9A735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371046-6EF2-4F4B-BA09-A54E25648C65}">
      <dgm:prSet/>
      <dgm:spPr/>
      <dgm:t>
        <a:bodyPr/>
        <a:lstStyle/>
        <a:p>
          <a:r>
            <a:rPr lang="pt-BR" b="1" dirty="0"/>
            <a:t>Fase 1 </a:t>
          </a:r>
          <a:r>
            <a:rPr lang="pt-BR" b="1" dirty="0" err="1"/>
            <a:t>Backend</a:t>
          </a:r>
          <a:endParaRPr lang="en-US" dirty="0"/>
        </a:p>
      </dgm:t>
    </dgm:pt>
    <dgm:pt modelId="{A2B18195-B755-4D42-B610-11E8B2AA5BA6}" type="parTrans" cxnId="{3A252055-EA42-4082-A107-565D57D2B955}">
      <dgm:prSet/>
      <dgm:spPr/>
      <dgm:t>
        <a:bodyPr/>
        <a:lstStyle/>
        <a:p>
          <a:endParaRPr lang="en-US"/>
        </a:p>
      </dgm:t>
    </dgm:pt>
    <dgm:pt modelId="{A4E35EA5-30F1-46D9-B705-5265B1524899}" type="sibTrans" cxnId="{3A252055-EA42-4082-A107-565D57D2B955}">
      <dgm:prSet/>
      <dgm:spPr/>
      <dgm:t>
        <a:bodyPr/>
        <a:lstStyle/>
        <a:p>
          <a:endParaRPr lang="en-US"/>
        </a:p>
      </dgm:t>
    </dgm:pt>
    <dgm:pt modelId="{27BEBA56-C53D-4416-B993-CCFC17EB3E51}">
      <dgm:prSet/>
      <dgm:spPr/>
      <dgm:t>
        <a:bodyPr/>
        <a:lstStyle/>
        <a:p>
          <a:r>
            <a:rPr lang="pt-BR" dirty="0"/>
            <a:t>Banco de dados real</a:t>
          </a:r>
          <a:endParaRPr lang="en-US" dirty="0"/>
        </a:p>
      </dgm:t>
    </dgm:pt>
    <dgm:pt modelId="{5C5D7246-8CB2-4E71-BFB0-FE3EEE634388}" type="parTrans" cxnId="{F3487418-EE47-4B89-B390-2BE3ED25537A}">
      <dgm:prSet/>
      <dgm:spPr/>
      <dgm:t>
        <a:bodyPr/>
        <a:lstStyle/>
        <a:p>
          <a:endParaRPr lang="en-US"/>
        </a:p>
      </dgm:t>
    </dgm:pt>
    <dgm:pt modelId="{D8868ED7-F032-4AE1-86C7-41B17026B266}" type="sibTrans" cxnId="{F3487418-EE47-4B89-B390-2BE3ED25537A}">
      <dgm:prSet/>
      <dgm:spPr/>
      <dgm:t>
        <a:bodyPr/>
        <a:lstStyle/>
        <a:p>
          <a:endParaRPr lang="en-US"/>
        </a:p>
      </dgm:t>
    </dgm:pt>
    <dgm:pt modelId="{BE06B0A4-3044-4790-9963-3ADE5FF055FA}">
      <dgm:prSet/>
      <dgm:spPr/>
      <dgm:t>
        <a:bodyPr/>
        <a:lstStyle/>
        <a:p>
          <a:r>
            <a:rPr lang="pt-BR"/>
            <a:t>Autenticação OAuth</a:t>
          </a:r>
          <a:endParaRPr lang="en-US"/>
        </a:p>
      </dgm:t>
    </dgm:pt>
    <dgm:pt modelId="{65566BCA-0C07-4AC8-B916-20F1421BEF95}" type="parTrans" cxnId="{C59C10C5-D194-40C2-93D3-0553182D8606}">
      <dgm:prSet/>
      <dgm:spPr/>
      <dgm:t>
        <a:bodyPr/>
        <a:lstStyle/>
        <a:p>
          <a:endParaRPr lang="en-US"/>
        </a:p>
      </dgm:t>
    </dgm:pt>
    <dgm:pt modelId="{4E5AF771-7F0E-4A9C-9FB7-0C97DD546A48}" type="sibTrans" cxnId="{C59C10C5-D194-40C2-93D3-0553182D8606}">
      <dgm:prSet/>
      <dgm:spPr/>
      <dgm:t>
        <a:bodyPr/>
        <a:lstStyle/>
        <a:p>
          <a:endParaRPr lang="en-US"/>
        </a:p>
      </dgm:t>
    </dgm:pt>
    <dgm:pt modelId="{5A29A965-D3CF-470B-848C-E36495AFA97F}">
      <dgm:prSet/>
      <dgm:spPr/>
      <dgm:t>
        <a:bodyPr/>
        <a:lstStyle/>
        <a:p>
          <a:r>
            <a:rPr lang="pt-BR"/>
            <a:t>API própria</a:t>
          </a:r>
          <a:endParaRPr lang="en-US"/>
        </a:p>
      </dgm:t>
    </dgm:pt>
    <dgm:pt modelId="{BC4DDD6E-48B4-4E9E-9A94-D1796CE52749}" type="parTrans" cxnId="{396CA32E-7AEA-4A8C-8DC2-776666B8178C}">
      <dgm:prSet/>
      <dgm:spPr/>
      <dgm:t>
        <a:bodyPr/>
        <a:lstStyle/>
        <a:p>
          <a:endParaRPr lang="en-US"/>
        </a:p>
      </dgm:t>
    </dgm:pt>
    <dgm:pt modelId="{025C8B56-CCBC-4242-B286-6FF9F7EF546C}" type="sibTrans" cxnId="{396CA32E-7AEA-4A8C-8DC2-776666B8178C}">
      <dgm:prSet/>
      <dgm:spPr/>
      <dgm:t>
        <a:bodyPr/>
        <a:lstStyle/>
        <a:p>
          <a:endParaRPr lang="en-US"/>
        </a:p>
      </dgm:t>
    </dgm:pt>
    <dgm:pt modelId="{36C4DCD7-203C-4336-A36E-F5EF577D6249}">
      <dgm:prSet/>
      <dgm:spPr/>
      <dgm:t>
        <a:bodyPr/>
        <a:lstStyle/>
        <a:p>
          <a:r>
            <a:rPr lang="pt-BR" b="1" dirty="0"/>
            <a:t>Fase 2 </a:t>
          </a:r>
        </a:p>
        <a:p>
          <a:r>
            <a:rPr lang="pt-BR" b="1" dirty="0"/>
            <a:t>IA Avançada</a:t>
          </a:r>
          <a:endParaRPr lang="en-US" dirty="0"/>
        </a:p>
      </dgm:t>
    </dgm:pt>
    <dgm:pt modelId="{2CC45F2F-66D5-4662-9FA7-E2B183DC5EE3}" type="parTrans" cxnId="{238CA102-7FCA-48CD-9CAB-BD3638989B1E}">
      <dgm:prSet/>
      <dgm:spPr/>
      <dgm:t>
        <a:bodyPr/>
        <a:lstStyle/>
        <a:p>
          <a:endParaRPr lang="en-US"/>
        </a:p>
      </dgm:t>
    </dgm:pt>
    <dgm:pt modelId="{3BEC2A0B-872E-4C40-BB4D-70EF8F215313}" type="sibTrans" cxnId="{238CA102-7FCA-48CD-9CAB-BD3638989B1E}">
      <dgm:prSet/>
      <dgm:spPr/>
      <dgm:t>
        <a:bodyPr/>
        <a:lstStyle/>
        <a:p>
          <a:endParaRPr lang="en-US"/>
        </a:p>
      </dgm:t>
    </dgm:pt>
    <dgm:pt modelId="{E9FD349B-B696-453E-BE8C-3B72C94EE174}">
      <dgm:prSet/>
      <dgm:spPr/>
      <dgm:t>
        <a:bodyPr/>
        <a:lstStyle/>
        <a:p>
          <a:r>
            <a:rPr lang="pt-BR"/>
            <a:t>Recomendação baseada em histórico</a:t>
          </a:r>
          <a:endParaRPr lang="en-US"/>
        </a:p>
      </dgm:t>
    </dgm:pt>
    <dgm:pt modelId="{54036151-9D20-4DB5-95CC-401A74B9D149}" type="parTrans" cxnId="{59BAC2BF-C071-4BD6-B5D0-409D6F199668}">
      <dgm:prSet/>
      <dgm:spPr/>
      <dgm:t>
        <a:bodyPr/>
        <a:lstStyle/>
        <a:p>
          <a:endParaRPr lang="en-US"/>
        </a:p>
      </dgm:t>
    </dgm:pt>
    <dgm:pt modelId="{2FB494F0-02EA-45B7-B90A-99C42F381055}" type="sibTrans" cxnId="{59BAC2BF-C071-4BD6-B5D0-409D6F199668}">
      <dgm:prSet/>
      <dgm:spPr/>
      <dgm:t>
        <a:bodyPr/>
        <a:lstStyle/>
        <a:p>
          <a:endParaRPr lang="en-US"/>
        </a:p>
      </dgm:t>
    </dgm:pt>
    <dgm:pt modelId="{6AC1655D-C3A5-458C-A294-E4E099920F4F}">
      <dgm:prSet/>
      <dgm:spPr/>
      <dgm:t>
        <a:bodyPr/>
        <a:lstStyle/>
        <a:p>
          <a:r>
            <a:rPr lang="pt-BR"/>
            <a:t>Análise de corpo/biotipo</a:t>
          </a:r>
          <a:endParaRPr lang="en-US"/>
        </a:p>
      </dgm:t>
    </dgm:pt>
    <dgm:pt modelId="{20728954-85D4-43B4-9E47-69BA387122D4}" type="parTrans" cxnId="{5B0902B6-F673-4377-8DCB-E6CEB39F48CB}">
      <dgm:prSet/>
      <dgm:spPr/>
      <dgm:t>
        <a:bodyPr/>
        <a:lstStyle/>
        <a:p>
          <a:endParaRPr lang="en-US"/>
        </a:p>
      </dgm:t>
    </dgm:pt>
    <dgm:pt modelId="{E0C3393A-7497-4BD3-B761-CC0AD3B133B2}" type="sibTrans" cxnId="{5B0902B6-F673-4377-8DCB-E6CEB39F48CB}">
      <dgm:prSet/>
      <dgm:spPr/>
      <dgm:t>
        <a:bodyPr/>
        <a:lstStyle/>
        <a:p>
          <a:endParaRPr lang="en-US"/>
        </a:p>
      </dgm:t>
    </dgm:pt>
    <dgm:pt modelId="{356E55B8-E719-4878-9F0D-E13E2BD7EE59}">
      <dgm:prSet/>
      <dgm:spPr/>
      <dgm:t>
        <a:bodyPr/>
        <a:lstStyle/>
        <a:p>
          <a:r>
            <a:rPr lang="pt-BR"/>
            <a:t>Tendências de moda em tempo real</a:t>
          </a:r>
          <a:endParaRPr lang="en-US"/>
        </a:p>
      </dgm:t>
    </dgm:pt>
    <dgm:pt modelId="{4FD635A1-D8AD-4CC6-A1E0-B05B4A5BAA18}" type="parTrans" cxnId="{453CE852-2E6D-47BB-9003-D1084FA2A38A}">
      <dgm:prSet/>
      <dgm:spPr/>
      <dgm:t>
        <a:bodyPr/>
        <a:lstStyle/>
        <a:p>
          <a:endParaRPr lang="en-US"/>
        </a:p>
      </dgm:t>
    </dgm:pt>
    <dgm:pt modelId="{E268475A-4593-4FAD-A864-57D2EF7C40C4}" type="sibTrans" cxnId="{453CE852-2E6D-47BB-9003-D1084FA2A38A}">
      <dgm:prSet/>
      <dgm:spPr/>
      <dgm:t>
        <a:bodyPr/>
        <a:lstStyle/>
        <a:p>
          <a:endParaRPr lang="en-US"/>
        </a:p>
      </dgm:t>
    </dgm:pt>
    <dgm:pt modelId="{93C6E06D-3ECD-49AA-A6DB-C6AC8F38B345}">
      <dgm:prSet/>
      <dgm:spPr/>
      <dgm:t>
        <a:bodyPr/>
        <a:lstStyle/>
        <a:p>
          <a:r>
            <a:rPr lang="pt-BR" b="1" dirty="0"/>
            <a:t>Fase 3  Expansão</a:t>
          </a:r>
          <a:r>
            <a:rPr lang="pt-BR" dirty="0"/>
            <a:t> </a:t>
          </a:r>
          <a:endParaRPr lang="en-US" dirty="0"/>
        </a:p>
      </dgm:t>
    </dgm:pt>
    <dgm:pt modelId="{EB144116-8DFB-495D-8CF6-4CA5E547AC20}" type="parTrans" cxnId="{22EF1F97-D69C-4295-A7CE-8082E82434D6}">
      <dgm:prSet/>
      <dgm:spPr/>
      <dgm:t>
        <a:bodyPr/>
        <a:lstStyle/>
        <a:p>
          <a:endParaRPr lang="en-US"/>
        </a:p>
      </dgm:t>
    </dgm:pt>
    <dgm:pt modelId="{29DB9790-B562-44E6-A9E1-FC4A965A32E1}" type="sibTrans" cxnId="{22EF1F97-D69C-4295-A7CE-8082E82434D6}">
      <dgm:prSet/>
      <dgm:spPr/>
      <dgm:t>
        <a:bodyPr/>
        <a:lstStyle/>
        <a:p>
          <a:endParaRPr lang="en-US"/>
        </a:p>
      </dgm:t>
    </dgm:pt>
    <dgm:pt modelId="{D0DEE3FF-3426-4563-9ED4-CF644641F712}">
      <dgm:prSet/>
      <dgm:spPr/>
      <dgm:t>
        <a:bodyPr/>
        <a:lstStyle/>
        <a:p>
          <a:r>
            <a:rPr lang="pt-BR"/>
            <a:t>App mobile nativo</a:t>
          </a:r>
          <a:endParaRPr lang="en-US"/>
        </a:p>
      </dgm:t>
    </dgm:pt>
    <dgm:pt modelId="{FE4720DC-8D39-44B4-BFE0-B1E30B20FFD9}" type="parTrans" cxnId="{EA0CE53F-25B9-4CC9-BF7E-CAAB222D8B6D}">
      <dgm:prSet/>
      <dgm:spPr/>
      <dgm:t>
        <a:bodyPr/>
        <a:lstStyle/>
        <a:p>
          <a:endParaRPr lang="en-US"/>
        </a:p>
      </dgm:t>
    </dgm:pt>
    <dgm:pt modelId="{9A9652B5-54B5-48DB-A12E-9114FC5DAAC4}" type="sibTrans" cxnId="{EA0CE53F-25B9-4CC9-BF7E-CAAB222D8B6D}">
      <dgm:prSet/>
      <dgm:spPr/>
      <dgm:t>
        <a:bodyPr/>
        <a:lstStyle/>
        <a:p>
          <a:endParaRPr lang="en-US"/>
        </a:p>
      </dgm:t>
    </dgm:pt>
    <dgm:pt modelId="{054B6DEC-6B26-4B7D-97F9-715FFBD389FB}">
      <dgm:prSet/>
      <dgm:spPr/>
      <dgm:t>
        <a:bodyPr/>
        <a:lstStyle/>
        <a:p>
          <a:r>
            <a:rPr lang="pt-BR"/>
            <a:t>Realidade aumentada (AR)</a:t>
          </a:r>
          <a:endParaRPr lang="en-US"/>
        </a:p>
      </dgm:t>
    </dgm:pt>
    <dgm:pt modelId="{1B1BD546-0C48-4A29-A9A9-2D103A145167}" type="parTrans" cxnId="{AFD703FA-96C1-4A98-8093-34926C1636B5}">
      <dgm:prSet/>
      <dgm:spPr/>
      <dgm:t>
        <a:bodyPr/>
        <a:lstStyle/>
        <a:p>
          <a:endParaRPr lang="en-US"/>
        </a:p>
      </dgm:t>
    </dgm:pt>
    <dgm:pt modelId="{B20EED02-79F2-4843-85EF-686D7FF630ED}" type="sibTrans" cxnId="{AFD703FA-96C1-4A98-8093-34926C1636B5}">
      <dgm:prSet/>
      <dgm:spPr/>
      <dgm:t>
        <a:bodyPr/>
        <a:lstStyle/>
        <a:p>
          <a:endParaRPr lang="en-US"/>
        </a:p>
      </dgm:t>
    </dgm:pt>
    <dgm:pt modelId="{4A149ADF-BE21-4A3D-B586-25E4AACA915C}">
      <dgm:prSet/>
      <dgm:spPr/>
      <dgm:t>
        <a:bodyPr/>
        <a:lstStyle/>
        <a:p>
          <a:r>
            <a:rPr lang="pt-BR"/>
            <a:t>Provador virtual</a:t>
          </a:r>
          <a:endParaRPr lang="en-US"/>
        </a:p>
      </dgm:t>
    </dgm:pt>
    <dgm:pt modelId="{E28239B4-AC82-45A0-8C27-20798CD57E51}" type="parTrans" cxnId="{9AD66CA6-FF80-4111-AE75-AA1990E253F0}">
      <dgm:prSet/>
      <dgm:spPr/>
      <dgm:t>
        <a:bodyPr/>
        <a:lstStyle/>
        <a:p>
          <a:endParaRPr lang="en-US"/>
        </a:p>
      </dgm:t>
    </dgm:pt>
    <dgm:pt modelId="{C247356E-9521-4D55-86B4-C92CCFF6A44B}" type="sibTrans" cxnId="{9AD66CA6-FF80-4111-AE75-AA1990E253F0}">
      <dgm:prSet/>
      <dgm:spPr/>
      <dgm:t>
        <a:bodyPr/>
        <a:lstStyle/>
        <a:p>
          <a:endParaRPr lang="en-US"/>
        </a:p>
      </dgm:t>
    </dgm:pt>
    <dgm:pt modelId="{247D4525-C9F9-F44A-AF3E-481F08972567}" type="pres">
      <dgm:prSet presAssocID="{FC0010DD-56CA-4903-AC93-4A632C9A7355}" presName="diagram" presStyleCnt="0">
        <dgm:presLayoutVars>
          <dgm:dir/>
          <dgm:resizeHandles val="exact"/>
        </dgm:presLayoutVars>
      </dgm:prSet>
      <dgm:spPr/>
    </dgm:pt>
    <dgm:pt modelId="{2C3C226B-CF56-B545-B5BE-E298EE069B50}" type="pres">
      <dgm:prSet presAssocID="{E1371046-6EF2-4F4B-BA09-A54E25648C65}" presName="node" presStyleLbl="node1" presStyleIdx="0" presStyleCnt="12">
        <dgm:presLayoutVars>
          <dgm:bulletEnabled val="1"/>
        </dgm:presLayoutVars>
      </dgm:prSet>
      <dgm:spPr/>
    </dgm:pt>
    <dgm:pt modelId="{B2DD318F-AC49-5546-8739-93C15E9949ED}" type="pres">
      <dgm:prSet presAssocID="{A4E35EA5-30F1-46D9-B705-5265B1524899}" presName="sibTrans" presStyleCnt="0"/>
      <dgm:spPr/>
    </dgm:pt>
    <dgm:pt modelId="{861581E8-10D8-3341-A07E-19FDFEFFC0F7}" type="pres">
      <dgm:prSet presAssocID="{27BEBA56-C53D-4416-B993-CCFC17EB3E51}" presName="node" presStyleLbl="node1" presStyleIdx="1" presStyleCnt="12">
        <dgm:presLayoutVars>
          <dgm:bulletEnabled val="1"/>
        </dgm:presLayoutVars>
      </dgm:prSet>
      <dgm:spPr/>
    </dgm:pt>
    <dgm:pt modelId="{AB689DC8-0AB7-974C-B40A-351AA32DB3E2}" type="pres">
      <dgm:prSet presAssocID="{D8868ED7-F032-4AE1-86C7-41B17026B266}" presName="sibTrans" presStyleCnt="0"/>
      <dgm:spPr/>
    </dgm:pt>
    <dgm:pt modelId="{C4744189-EE38-A34E-8C9D-8C5A375E63B7}" type="pres">
      <dgm:prSet presAssocID="{BE06B0A4-3044-4790-9963-3ADE5FF055FA}" presName="node" presStyleLbl="node1" presStyleIdx="2" presStyleCnt="12">
        <dgm:presLayoutVars>
          <dgm:bulletEnabled val="1"/>
        </dgm:presLayoutVars>
      </dgm:prSet>
      <dgm:spPr/>
    </dgm:pt>
    <dgm:pt modelId="{5F836787-F9D7-A244-AF66-A6DE685596E2}" type="pres">
      <dgm:prSet presAssocID="{4E5AF771-7F0E-4A9C-9FB7-0C97DD546A48}" presName="sibTrans" presStyleCnt="0"/>
      <dgm:spPr/>
    </dgm:pt>
    <dgm:pt modelId="{4F04055F-B72C-1640-8819-B8CF6301116E}" type="pres">
      <dgm:prSet presAssocID="{5A29A965-D3CF-470B-848C-E36495AFA97F}" presName="node" presStyleLbl="node1" presStyleIdx="3" presStyleCnt="12">
        <dgm:presLayoutVars>
          <dgm:bulletEnabled val="1"/>
        </dgm:presLayoutVars>
      </dgm:prSet>
      <dgm:spPr/>
    </dgm:pt>
    <dgm:pt modelId="{4994D977-4DD6-3346-9E6C-16F66F3B8722}" type="pres">
      <dgm:prSet presAssocID="{025C8B56-CCBC-4242-B286-6FF9F7EF546C}" presName="sibTrans" presStyleCnt="0"/>
      <dgm:spPr/>
    </dgm:pt>
    <dgm:pt modelId="{3D8BDF8D-B614-E445-9DC3-951353C6600B}" type="pres">
      <dgm:prSet presAssocID="{36C4DCD7-203C-4336-A36E-F5EF577D6249}" presName="node" presStyleLbl="node1" presStyleIdx="4" presStyleCnt="12">
        <dgm:presLayoutVars>
          <dgm:bulletEnabled val="1"/>
        </dgm:presLayoutVars>
      </dgm:prSet>
      <dgm:spPr/>
    </dgm:pt>
    <dgm:pt modelId="{F91FC1D7-D0E7-ED49-886A-6019AEE38B1B}" type="pres">
      <dgm:prSet presAssocID="{3BEC2A0B-872E-4C40-BB4D-70EF8F215313}" presName="sibTrans" presStyleCnt="0"/>
      <dgm:spPr/>
    </dgm:pt>
    <dgm:pt modelId="{AE0FE52F-9A7B-374B-B863-C685E2401FD3}" type="pres">
      <dgm:prSet presAssocID="{E9FD349B-B696-453E-BE8C-3B72C94EE174}" presName="node" presStyleLbl="node1" presStyleIdx="5" presStyleCnt="12">
        <dgm:presLayoutVars>
          <dgm:bulletEnabled val="1"/>
        </dgm:presLayoutVars>
      </dgm:prSet>
      <dgm:spPr/>
    </dgm:pt>
    <dgm:pt modelId="{BE8C000A-0244-8A4D-A629-6EB367D0CCD4}" type="pres">
      <dgm:prSet presAssocID="{2FB494F0-02EA-45B7-B90A-99C42F381055}" presName="sibTrans" presStyleCnt="0"/>
      <dgm:spPr/>
    </dgm:pt>
    <dgm:pt modelId="{AE61DD72-68A4-C948-931E-174FE3FE9E6A}" type="pres">
      <dgm:prSet presAssocID="{6AC1655D-C3A5-458C-A294-E4E099920F4F}" presName="node" presStyleLbl="node1" presStyleIdx="6" presStyleCnt="12">
        <dgm:presLayoutVars>
          <dgm:bulletEnabled val="1"/>
        </dgm:presLayoutVars>
      </dgm:prSet>
      <dgm:spPr/>
    </dgm:pt>
    <dgm:pt modelId="{5C50666B-713A-3845-89B3-5B15D052C694}" type="pres">
      <dgm:prSet presAssocID="{E0C3393A-7497-4BD3-B761-CC0AD3B133B2}" presName="sibTrans" presStyleCnt="0"/>
      <dgm:spPr/>
    </dgm:pt>
    <dgm:pt modelId="{97D282F9-9604-454A-B43B-B611EE3846AD}" type="pres">
      <dgm:prSet presAssocID="{356E55B8-E719-4878-9F0D-E13E2BD7EE59}" presName="node" presStyleLbl="node1" presStyleIdx="7" presStyleCnt="12">
        <dgm:presLayoutVars>
          <dgm:bulletEnabled val="1"/>
        </dgm:presLayoutVars>
      </dgm:prSet>
      <dgm:spPr/>
    </dgm:pt>
    <dgm:pt modelId="{C47442BB-F4F5-C549-9406-77AC65471967}" type="pres">
      <dgm:prSet presAssocID="{E268475A-4593-4FAD-A864-57D2EF7C40C4}" presName="sibTrans" presStyleCnt="0"/>
      <dgm:spPr/>
    </dgm:pt>
    <dgm:pt modelId="{5770515D-6E74-E44D-BCF4-B7C7845DA950}" type="pres">
      <dgm:prSet presAssocID="{93C6E06D-3ECD-49AA-A6DB-C6AC8F38B345}" presName="node" presStyleLbl="node1" presStyleIdx="8" presStyleCnt="12">
        <dgm:presLayoutVars>
          <dgm:bulletEnabled val="1"/>
        </dgm:presLayoutVars>
      </dgm:prSet>
      <dgm:spPr/>
    </dgm:pt>
    <dgm:pt modelId="{5C675A68-23F3-2644-A82E-9793053670E5}" type="pres">
      <dgm:prSet presAssocID="{29DB9790-B562-44E6-A9E1-FC4A965A32E1}" presName="sibTrans" presStyleCnt="0"/>
      <dgm:spPr/>
    </dgm:pt>
    <dgm:pt modelId="{F91AA9B3-397F-6640-B9FE-5C2E6D38D17E}" type="pres">
      <dgm:prSet presAssocID="{D0DEE3FF-3426-4563-9ED4-CF644641F712}" presName="node" presStyleLbl="node1" presStyleIdx="9" presStyleCnt="12">
        <dgm:presLayoutVars>
          <dgm:bulletEnabled val="1"/>
        </dgm:presLayoutVars>
      </dgm:prSet>
      <dgm:spPr/>
    </dgm:pt>
    <dgm:pt modelId="{04E04A33-D81E-8149-A1FA-A720CDF20563}" type="pres">
      <dgm:prSet presAssocID="{9A9652B5-54B5-48DB-A12E-9114FC5DAAC4}" presName="sibTrans" presStyleCnt="0"/>
      <dgm:spPr/>
    </dgm:pt>
    <dgm:pt modelId="{0287A3B8-CA30-804A-9B07-3B137A2A0DF3}" type="pres">
      <dgm:prSet presAssocID="{054B6DEC-6B26-4B7D-97F9-715FFBD389FB}" presName="node" presStyleLbl="node1" presStyleIdx="10" presStyleCnt="12">
        <dgm:presLayoutVars>
          <dgm:bulletEnabled val="1"/>
        </dgm:presLayoutVars>
      </dgm:prSet>
      <dgm:spPr/>
    </dgm:pt>
    <dgm:pt modelId="{651DAAFE-7F40-874A-84A6-25DE13BBB54A}" type="pres">
      <dgm:prSet presAssocID="{B20EED02-79F2-4843-85EF-686D7FF630ED}" presName="sibTrans" presStyleCnt="0"/>
      <dgm:spPr/>
    </dgm:pt>
    <dgm:pt modelId="{7E6DAF03-9866-F041-881F-8585B9A6243E}" type="pres">
      <dgm:prSet presAssocID="{4A149ADF-BE21-4A3D-B586-25E4AACA915C}" presName="node" presStyleLbl="node1" presStyleIdx="11" presStyleCnt="12">
        <dgm:presLayoutVars>
          <dgm:bulletEnabled val="1"/>
        </dgm:presLayoutVars>
      </dgm:prSet>
      <dgm:spPr/>
    </dgm:pt>
  </dgm:ptLst>
  <dgm:cxnLst>
    <dgm:cxn modelId="{238CA102-7FCA-48CD-9CAB-BD3638989B1E}" srcId="{FC0010DD-56CA-4903-AC93-4A632C9A7355}" destId="{36C4DCD7-203C-4336-A36E-F5EF577D6249}" srcOrd="4" destOrd="0" parTransId="{2CC45F2F-66D5-4662-9FA7-E2B183DC5EE3}" sibTransId="{3BEC2A0B-872E-4C40-BB4D-70EF8F215313}"/>
    <dgm:cxn modelId="{F3487418-EE47-4B89-B390-2BE3ED25537A}" srcId="{FC0010DD-56CA-4903-AC93-4A632C9A7355}" destId="{27BEBA56-C53D-4416-B993-CCFC17EB3E51}" srcOrd="1" destOrd="0" parTransId="{5C5D7246-8CB2-4E71-BFB0-FE3EEE634388}" sibTransId="{D8868ED7-F032-4AE1-86C7-41B17026B266}"/>
    <dgm:cxn modelId="{DA2FF724-CC25-C244-8909-863B686C7E49}" type="presOf" srcId="{93C6E06D-3ECD-49AA-A6DB-C6AC8F38B345}" destId="{5770515D-6E74-E44D-BCF4-B7C7845DA950}" srcOrd="0" destOrd="0" presId="urn:microsoft.com/office/officeart/2005/8/layout/default"/>
    <dgm:cxn modelId="{396CA32E-7AEA-4A8C-8DC2-776666B8178C}" srcId="{FC0010DD-56CA-4903-AC93-4A632C9A7355}" destId="{5A29A965-D3CF-470B-848C-E36495AFA97F}" srcOrd="3" destOrd="0" parTransId="{BC4DDD6E-48B4-4E9E-9A94-D1796CE52749}" sibTransId="{025C8B56-CCBC-4242-B286-6FF9F7EF546C}"/>
    <dgm:cxn modelId="{9234AF33-87C6-264E-9DF0-8397F77DE371}" type="presOf" srcId="{E9FD349B-B696-453E-BE8C-3B72C94EE174}" destId="{AE0FE52F-9A7B-374B-B863-C685E2401FD3}" srcOrd="0" destOrd="0" presId="urn:microsoft.com/office/officeart/2005/8/layout/default"/>
    <dgm:cxn modelId="{824CB838-E71A-6745-9F3F-975555F6549E}" type="presOf" srcId="{E1371046-6EF2-4F4B-BA09-A54E25648C65}" destId="{2C3C226B-CF56-B545-B5BE-E298EE069B50}" srcOrd="0" destOrd="0" presId="urn:microsoft.com/office/officeart/2005/8/layout/default"/>
    <dgm:cxn modelId="{EA0CE53F-25B9-4CC9-BF7E-CAAB222D8B6D}" srcId="{FC0010DD-56CA-4903-AC93-4A632C9A7355}" destId="{D0DEE3FF-3426-4563-9ED4-CF644641F712}" srcOrd="9" destOrd="0" parTransId="{FE4720DC-8D39-44B4-BFE0-B1E30B20FFD9}" sibTransId="{9A9652B5-54B5-48DB-A12E-9114FC5DAAC4}"/>
    <dgm:cxn modelId="{BEE60940-EABA-6E4A-94B3-C41ABDEB7855}" type="presOf" srcId="{356E55B8-E719-4878-9F0D-E13E2BD7EE59}" destId="{97D282F9-9604-454A-B43B-B611EE3846AD}" srcOrd="0" destOrd="0" presId="urn:microsoft.com/office/officeart/2005/8/layout/default"/>
    <dgm:cxn modelId="{9D751D47-7C75-5847-881A-7EB1AED2B3D7}" type="presOf" srcId="{054B6DEC-6B26-4B7D-97F9-715FFBD389FB}" destId="{0287A3B8-CA30-804A-9B07-3B137A2A0DF3}" srcOrd="0" destOrd="0" presId="urn:microsoft.com/office/officeart/2005/8/layout/default"/>
    <dgm:cxn modelId="{99F1644A-7007-4843-9973-25E63036DDC3}" type="presOf" srcId="{5A29A965-D3CF-470B-848C-E36495AFA97F}" destId="{4F04055F-B72C-1640-8819-B8CF6301116E}" srcOrd="0" destOrd="0" presId="urn:microsoft.com/office/officeart/2005/8/layout/default"/>
    <dgm:cxn modelId="{453CE852-2E6D-47BB-9003-D1084FA2A38A}" srcId="{FC0010DD-56CA-4903-AC93-4A632C9A7355}" destId="{356E55B8-E719-4878-9F0D-E13E2BD7EE59}" srcOrd="7" destOrd="0" parTransId="{4FD635A1-D8AD-4CC6-A1E0-B05B4A5BAA18}" sibTransId="{E268475A-4593-4FAD-A864-57D2EF7C40C4}"/>
    <dgm:cxn modelId="{3A252055-EA42-4082-A107-565D57D2B955}" srcId="{FC0010DD-56CA-4903-AC93-4A632C9A7355}" destId="{E1371046-6EF2-4F4B-BA09-A54E25648C65}" srcOrd="0" destOrd="0" parTransId="{A2B18195-B755-4D42-B610-11E8B2AA5BA6}" sibTransId="{A4E35EA5-30F1-46D9-B705-5265B1524899}"/>
    <dgm:cxn modelId="{E46E5760-5EF9-9344-8A2F-00AE91817CC8}" type="presOf" srcId="{36C4DCD7-203C-4336-A36E-F5EF577D6249}" destId="{3D8BDF8D-B614-E445-9DC3-951353C6600B}" srcOrd="0" destOrd="0" presId="urn:microsoft.com/office/officeart/2005/8/layout/default"/>
    <dgm:cxn modelId="{73AAA369-0E49-5D4E-9B06-C0F2FB468D26}" type="presOf" srcId="{4A149ADF-BE21-4A3D-B586-25E4AACA915C}" destId="{7E6DAF03-9866-F041-881F-8585B9A6243E}" srcOrd="0" destOrd="0" presId="urn:microsoft.com/office/officeart/2005/8/layout/default"/>
    <dgm:cxn modelId="{2243277A-D0D7-8941-A95F-CC82802D2ADC}" type="presOf" srcId="{27BEBA56-C53D-4416-B993-CCFC17EB3E51}" destId="{861581E8-10D8-3341-A07E-19FDFEFFC0F7}" srcOrd="0" destOrd="0" presId="urn:microsoft.com/office/officeart/2005/8/layout/default"/>
    <dgm:cxn modelId="{22EF1F97-D69C-4295-A7CE-8082E82434D6}" srcId="{FC0010DD-56CA-4903-AC93-4A632C9A7355}" destId="{93C6E06D-3ECD-49AA-A6DB-C6AC8F38B345}" srcOrd="8" destOrd="0" parTransId="{EB144116-8DFB-495D-8CF6-4CA5E547AC20}" sibTransId="{29DB9790-B562-44E6-A9E1-FC4A965A32E1}"/>
    <dgm:cxn modelId="{9AD66CA6-FF80-4111-AE75-AA1990E253F0}" srcId="{FC0010DD-56CA-4903-AC93-4A632C9A7355}" destId="{4A149ADF-BE21-4A3D-B586-25E4AACA915C}" srcOrd="11" destOrd="0" parTransId="{E28239B4-AC82-45A0-8C27-20798CD57E51}" sibTransId="{C247356E-9521-4D55-86B4-C92CCFF6A44B}"/>
    <dgm:cxn modelId="{E1C290AD-DD6E-2740-AAF1-13804F1D4A2E}" type="presOf" srcId="{BE06B0A4-3044-4790-9963-3ADE5FF055FA}" destId="{C4744189-EE38-A34E-8C9D-8C5A375E63B7}" srcOrd="0" destOrd="0" presId="urn:microsoft.com/office/officeart/2005/8/layout/default"/>
    <dgm:cxn modelId="{5B0902B6-F673-4377-8DCB-E6CEB39F48CB}" srcId="{FC0010DD-56CA-4903-AC93-4A632C9A7355}" destId="{6AC1655D-C3A5-458C-A294-E4E099920F4F}" srcOrd="6" destOrd="0" parTransId="{20728954-85D4-43B4-9E47-69BA387122D4}" sibTransId="{E0C3393A-7497-4BD3-B761-CC0AD3B133B2}"/>
    <dgm:cxn modelId="{CD2AE5B7-54B5-8440-8F2C-D5C62FE8D7D1}" type="presOf" srcId="{FC0010DD-56CA-4903-AC93-4A632C9A7355}" destId="{247D4525-C9F9-F44A-AF3E-481F08972567}" srcOrd="0" destOrd="0" presId="urn:microsoft.com/office/officeart/2005/8/layout/default"/>
    <dgm:cxn modelId="{59BAC2BF-C071-4BD6-B5D0-409D6F199668}" srcId="{FC0010DD-56CA-4903-AC93-4A632C9A7355}" destId="{E9FD349B-B696-453E-BE8C-3B72C94EE174}" srcOrd="5" destOrd="0" parTransId="{54036151-9D20-4DB5-95CC-401A74B9D149}" sibTransId="{2FB494F0-02EA-45B7-B90A-99C42F381055}"/>
    <dgm:cxn modelId="{C59C10C5-D194-40C2-93D3-0553182D8606}" srcId="{FC0010DD-56CA-4903-AC93-4A632C9A7355}" destId="{BE06B0A4-3044-4790-9963-3ADE5FF055FA}" srcOrd="2" destOrd="0" parTransId="{65566BCA-0C07-4AC8-B916-20F1421BEF95}" sibTransId="{4E5AF771-7F0E-4A9C-9FB7-0C97DD546A48}"/>
    <dgm:cxn modelId="{DE9F4ADD-099A-B643-8A6B-ACF66FCB3319}" type="presOf" srcId="{D0DEE3FF-3426-4563-9ED4-CF644641F712}" destId="{F91AA9B3-397F-6640-B9FE-5C2E6D38D17E}" srcOrd="0" destOrd="0" presId="urn:microsoft.com/office/officeart/2005/8/layout/default"/>
    <dgm:cxn modelId="{1D84C7E0-BB59-704A-B612-8C2E14FA6181}" type="presOf" srcId="{6AC1655D-C3A5-458C-A294-E4E099920F4F}" destId="{AE61DD72-68A4-C948-931E-174FE3FE9E6A}" srcOrd="0" destOrd="0" presId="urn:microsoft.com/office/officeart/2005/8/layout/default"/>
    <dgm:cxn modelId="{AFD703FA-96C1-4A98-8093-34926C1636B5}" srcId="{FC0010DD-56CA-4903-AC93-4A632C9A7355}" destId="{054B6DEC-6B26-4B7D-97F9-715FFBD389FB}" srcOrd="10" destOrd="0" parTransId="{1B1BD546-0C48-4A29-A9A9-2D103A145167}" sibTransId="{B20EED02-79F2-4843-85EF-686D7FF630ED}"/>
    <dgm:cxn modelId="{F6E3E063-F96D-D84E-A564-303549BBDB34}" type="presParOf" srcId="{247D4525-C9F9-F44A-AF3E-481F08972567}" destId="{2C3C226B-CF56-B545-B5BE-E298EE069B50}" srcOrd="0" destOrd="0" presId="urn:microsoft.com/office/officeart/2005/8/layout/default"/>
    <dgm:cxn modelId="{CC8639EF-F833-2948-8330-BE247CFA216B}" type="presParOf" srcId="{247D4525-C9F9-F44A-AF3E-481F08972567}" destId="{B2DD318F-AC49-5546-8739-93C15E9949ED}" srcOrd="1" destOrd="0" presId="urn:microsoft.com/office/officeart/2005/8/layout/default"/>
    <dgm:cxn modelId="{058F6080-8A24-5B49-9A63-6AC226203AB9}" type="presParOf" srcId="{247D4525-C9F9-F44A-AF3E-481F08972567}" destId="{861581E8-10D8-3341-A07E-19FDFEFFC0F7}" srcOrd="2" destOrd="0" presId="urn:microsoft.com/office/officeart/2005/8/layout/default"/>
    <dgm:cxn modelId="{DCD2D367-9FAB-2E47-9054-599E1BB97326}" type="presParOf" srcId="{247D4525-C9F9-F44A-AF3E-481F08972567}" destId="{AB689DC8-0AB7-974C-B40A-351AA32DB3E2}" srcOrd="3" destOrd="0" presId="urn:microsoft.com/office/officeart/2005/8/layout/default"/>
    <dgm:cxn modelId="{3BD6DC84-6242-E244-9F79-CBFB0D01A0F3}" type="presParOf" srcId="{247D4525-C9F9-F44A-AF3E-481F08972567}" destId="{C4744189-EE38-A34E-8C9D-8C5A375E63B7}" srcOrd="4" destOrd="0" presId="urn:microsoft.com/office/officeart/2005/8/layout/default"/>
    <dgm:cxn modelId="{D14D99D9-C327-7A4A-8524-98CD5D5A21A8}" type="presParOf" srcId="{247D4525-C9F9-F44A-AF3E-481F08972567}" destId="{5F836787-F9D7-A244-AF66-A6DE685596E2}" srcOrd="5" destOrd="0" presId="urn:microsoft.com/office/officeart/2005/8/layout/default"/>
    <dgm:cxn modelId="{6DDADEA8-22B4-B54D-842A-E09F22E36497}" type="presParOf" srcId="{247D4525-C9F9-F44A-AF3E-481F08972567}" destId="{4F04055F-B72C-1640-8819-B8CF6301116E}" srcOrd="6" destOrd="0" presId="urn:microsoft.com/office/officeart/2005/8/layout/default"/>
    <dgm:cxn modelId="{AD4BA0E5-2D56-5046-B7AB-38CE820971CE}" type="presParOf" srcId="{247D4525-C9F9-F44A-AF3E-481F08972567}" destId="{4994D977-4DD6-3346-9E6C-16F66F3B8722}" srcOrd="7" destOrd="0" presId="urn:microsoft.com/office/officeart/2005/8/layout/default"/>
    <dgm:cxn modelId="{178D7DBC-479F-654C-B147-156246CC0EA8}" type="presParOf" srcId="{247D4525-C9F9-F44A-AF3E-481F08972567}" destId="{3D8BDF8D-B614-E445-9DC3-951353C6600B}" srcOrd="8" destOrd="0" presId="urn:microsoft.com/office/officeart/2005/8/layout/default"/>
    <dgm:cxn modelId="{D786F5AB-40D3-D54B-AF03-D0D565A66A39}" type="presParOf" srcId="{247D4525-C9F9-F44A-AF3E-481F08972567}" destId="{F91FC1D7-D0E7-ED49-886A-6019AEE38B1B}" srcOrd="9" destOrd="0" presId="urn:microsoft.com/office/officeart/2005/8/layout/default"/>
    <dgm:cxn modelId="{DEF904CC-FE80-0247-A9C4-E510C4F71E25}" type="presParOf" srcId="{247D4525-C9F9-F44A-AF3E-481F08972567}" destId="{AE0FE52F-9A7B-374B-B863-C685E2401FD3}" srcOrd="10" destOrd="0" presId="urn:microsoft.com/office/officeart/2005/8/layout/default"/>
    <dgm:cxn modelId="{44915A59-AD09-344B-A0B5-DDA66177C6E8}" type="presParOf" srcId="{247D4525-C9F9-F44A-AF3E-481F08972567}" destId="{BE8C000A-0244-8A4D-A629-6EB367D0CCD4}" srcOrd="11" destOrd="0" presId="urn:microsoft.com/office/officeart/2005/8/layout/default"/>
    <dgm:cxn modelId="{9B71E889-566F-8D49-BCC5-DA9C6DECF6ED}" type="presParOf" srcId="{247D4525-C9F9-F44A-AF3E-481F08972567}" destId="{AE61DD72-68A4-C948-931E-174FE3FE9E6A}" srcOrd="12" destOrd="0" presId="urn:microsoft.com/office/officeart/2005/8/layout/default"/>
    <dgm:cxn modelId="{693A5DC1-1B7B-E145-BC4E-9FE489979A2C}" type="presParOf" srcId="{247D4525-C9F9-F44A-AF3E-481F08972567}" destId="{5C50666B-713A-3845-89B3-5B15D052C694}" srcOrd="13" destOrd="0" presId="urn:microsoft.com/office/officeart/2005/8/layout/default"/>
    <dgm:cxn modelId="{7841F193-6F53-6947-87A6-97AEBCAC2461}" type="presParOf" srcId="{247D4525-C9F9-F44A-AF3E-481F08972567}" destId="{97D282F9-9604-454A-B43B-B611EE3846AD}" srcOrd="14" destOrd="0" presId="urn:microsoft.com/office/officeart/2005/8/layout/default"/>
    <dgm:cxn modelId="{952250E0-596C-E64E-B686-FBBE254E8D6E}" type="presParOf" srcId="{247D4525-C9F9-F44A-AF3E-481F08972567}" destId="{C47442BB-F4F5-C549-9406-77AC65471967}" srcOrd="15" destOrd="0" presId="urn:microsoft.com/office/officeart/2005/8/layout/default"/>
    <dgm:cxn modelId="{14283403-0C7F-D048-AB60-3EB4E9E1046F}" type="presParOf" srcId="{247D4525-C9F9-F44A-AF3E-481F08972567}" destId="{5770515D-6E74-E44D-BCF4-B7C7845DA950}" srcOrd="16" destOrd="0" presId="urn:microsoft.com/office/officeart/2005/8/layout/default"/>
    <dgm:cxn modelId="{60B15F7E-CB72-F342-B730-9EB83905CB7A}" type="presParOf" srcId="{247D4525-C9F9-F44A-AF3E-481F08972567}" destId="{5C675A68-23F3-2644-A82E-9793053670E5}" srcOrd="17" destOrd="0" presId="urn:microsoft.com/office/officeart/2005/8/layout/default"/>
    <dgm:cxn modelId="{A90648FA-DB81-B34E-B5E8-9E305D05B504}" type="presParOf" srcId="{247D4525-C9F9-F44A-AF3E-481F08972567}" destId="{F91AA9B3-397F-6640-B9FE-5C2E6D38D17E}" srcOrd="18" destOrd="0" presId="urn:microsoft.com/office/officeart/2005/8/layout/default"/>
    <dgm:cxn modelId="{1EDB8D78-1CA1-7C4D-8036-33EEABD3591B}" type="presParOf" srcId="{247D4525-C9F9-F44A-AF3E-481F08972567}" destId="{04E04A33-D81E-8149-A1FA-A720CDF20563}" srcOrd="19" destOrd="0" presId="urn:microsoft.com/office/officeart/2005/8/layout/default"/>
    <dgm:cxn modelId="{24DCA2C9-DE5C-744C-ABEB-7F08214346FB}" type="presParOf" srcId="{247D4525-C9F9-F44A-AF3E-481F08972567}" destId="{0287A3B8-CA30-804A-9B07-3B137A2A0DF3}" srcOrd="20" destOrd="0" presId="urn:microsoft.com/office/officeart/2005/8/layout/default"/>
    <dgm:cxn modelId="{B5B6BAD1-1678-0A42-968F-204E740DBB92}" type="presParOf" srcId="{247D4525-C9F9-F44A-AF3E-481F08972567}" destId="{651DAAFE-7F40-874A-84A6-25DE13BBB54A}" srcOrd="21" destOrd="0" presId="urn:microsoft.com/office/officeart/2005/8/layout/default"/>
    <dgm:cxn modelId="{C34320B4-E4DF-F441-BEE5-1717482309A7}" type="presParOf" srcId="{247D4525-C9F9-F44A-AF3E-481F08972567}" destId="{7E6DAF03-9866-F041-881F-8585B9A6243E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AA18E-893B-464E-B5FE-90D1A6124F83}">
      <dsp:nvSpPr>
        <dsp:cNvPr id="0" name=""/>
        <dsp:cNvSpPr/>
      </dsp:nvSpPr>
      <dsp:spPr>
        <a:xfrm>
          <a:off x="1767680" y="0"/>
          <a:ext cx="4351338" cy="435133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15B6A-2D23-C247-BFFB-D7129345EDE3}">
      <dsp:nvSpPr>
        <dsp:cNvPr id="0" name=""/>
        <dsp:cNvSpPr/>
      </dsp:nvSpPr>
      <dsp:spPr>
        <a:xfrm>
          <a:off x="2181058" y="413377"/>
          <a:ext cx="1697021" cy="1697021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Disciplina</a:t>
          </a:r>
          <a:r>
            <a:rPr lang="en-US" sz="2200" kern="1200" dirty="0"/>
            <a:t>: </a:t>
          </a:r>
          <a:r>
            <a:rPr lang="en-US" sz="2200" kern="1200" dirty="0" err="1"/>
            <a:t>Tecnologia</a:t>
          </a:r>
          <a:r>
            <a:rPr lang="en-US" sz="2200" kern="1200" dirty="0"/>
            <a:t> para front-end</a:t>
          </a:r>
        </a:p>
      </dsp:txBody>
      <dsp:txXfrm>
        <a:off x="2263900" y="496219"/>
        <a:ext cx="1531337" cy="1531337"/>
      </dsp:txXfrm>
    </dsp:sp>
    <dsp:sp modelId="{5BA445C2-0723-F546-834D-A46078522F81}">
      <dsp:nvSpPr>
        <dsp:cNvPr id="0" name=""/>
        <dsp:cNvSpPr/>
      </dsp:nvSpPr>
      <dsp:spPr>
        <a:xfrm>
          <a:off x="4008620" y="413377"/>
          <a:ext cx="1697021" cy="1697021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Professor: Leandro</a:t>
          </a:r>
        </a:p>
      </dsp:txBody>
      <dsp:txXfrm>
        <a:off x="4091462" y="496219"/>
        <a:ext cx="1531337" cy="1531337"/>
      </dsp:txXfrm>
    </dsp:sp>
    <dsp:sp modelId="{6D99A9FF-9A58-1C48-A91B-A1AAE0B4A238}">
      <dsp:nvSpPr>
        <dsp:cNvPr id="0" name=""/>
        <dsp:cNvSpPr/>
      </dsp:nvSpPr>
      <dsp:spPr>
        <a:xfrm>
          <a:off x="2181058" y="2240939"/>
          <a:ext cx="1697021" cy="1697021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UNIESP 2025.2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João Pessoa </a:t>
          </a:r>
        </a:p>
      </dsp:txBody>
      <dsp:txXfrm>
        <a:off x="2263900" y="2323781"/>
        <a:ext cx="1531337" cy="1531337"/>
      </dsp:txXfrm>
    </dsp:sp>
    <dsp:sp modelId="{72541C06-63F2-7042-A9D4-C19CF00CA7AD}">
      <dsp:nvSpPr>
        <dsp:cNvPr id="0" name=""/>
        <dsp:cNvSpPr/>
      </dsp:nvSpPr>
      <dsp:spPr>
        <a:xfrm>
          <a:off x="4008620" y="2240939"/>
          <a:ext cx="1697021" cy="1697021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P1</a:t>
          </a:r>
        </a:p>
      </dsp:txBody>
      <dsp:txXfrm>
        <a:off x="4091462" y="2323781"/>
        <a:ext cx="1531337" cy="15313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E5B9BD-DCB5-49E7-9719-B6BD8D7743A1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D3903-0A7C-49D4-8EDA-9E92BEC51EEA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A3668-C053-4B35-8677-BEDF7C2568BE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Principais motivos:</a:t>
          </a:r>
          <a:endParaRPr lang="en-US" sz="1700" kern="1200" dirty="0"/>
        </a:p>
      </dsp:txBody>
      <dsp:txXfrm>
        <a:off x="1074268" y="4366"/>
        <a:ext cx="3609680" cy="930102"/>
      </dsp:txXfrm>
    </dsp:sp>
    <dsp:sp modelId="{743FBAEA-C5C0-439D-9012-8A029A85F8BB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D8868-F4E6-460C-8EE7-FA9121322B63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6176E-7BF0-48B2-AD70-2811E99290E9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 criação de uma IA do zero exige bilhões de dados para treinar modelos confiáveis</a:t>
          </a:r>
          <a:endParaRPr lang="en-US" sz="1700" kern="1200" dirty="0"/>
        </a:p>
      </dsp:txBody>
      <dsp:txXfrm>
        <a:off x="1074268" y="1166994"/>
        <a:ext cx="3609680" cy="930102"/>
      </dsp:txXfrm>
    </dsp:sp>
    <dsp:sp modelId="{C06AA3E3-E501-4499-993A-D91D5566AF19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275DF-08E5-4EE2-BD27-DE66B4B72521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3A690-4773-43E9-A30C-D4AD2FE2CC62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Custo extremamente alto de hardware (</a:t>
          </a:r>
          <a:r>
            <a:rPr lang="pt-BR" sz="1700" kern="1200" dirty="0" err="1"/>
            <a:t>GPUs</a:t>
          </a:r>
          <a:r>
            <a:rPr lang="pt-BR" sz="1700" kern="1200" dirty="0"/>
            <a:t> de última geração, servidores, clusters)</a:t>
          </a:r>
          <a:endParaRPr lang="en-US" sz="1700" kern="1200" dirty="0"/>
        </a:p>
      </dsp:txBody>
      <dsp:txXfrm>
        <a:off x="1074268" y="2329622"/>
        <a:ext cx="3609680" cy="930102"/>
      </dsp:txXfrm>
    </dsp:sp>
    <dsp:sp modelId="{8EC51DD7-5501-4041-BCB2-3ED7EC996585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1D4083-C694-48B0-93A5-BCB8C667561B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F0A64-8425-423F-9F1B-6475112C908D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Equipe reduzida </a:t>
          </a:r>
          <a:endParaRPr lang="en-US" sz="1700" kern="1200"/>
        </a:p>
      </dsp:txBody>
      <dsp:txXfrm>
        <a:off x="1074268" y="3492250"/>
        <a:ext cx="3609680" cy="930102"/>
      </dsp:txXfrm>
    </dsp:sp>
    <dsp:sp modelId="{AB2FBF70-1998-4147-B49F-BD734D758393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71131-0739-4247-8BBA-E1E0B33E7FED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5CC88-9E73-4D5F-8822-A00BC61A5B43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Infraestrutura complexa e cara para processamento e armazenamento</a:t>
          </a:r>
          <a:endParaRPr lang="en-US" sz="1700" kern="1200" dirty="0"/>
        </a:p>
      </dsp:txBody>
      <dsp:txXfrm>
        <a:off x="1074268" y="4654878"/>
        <a:ext cx="3609680" cy="930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3EA12-7ABE-4782-B9DE-09D7B8362F1A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E6F76A-6DC0-4D13-A1F6-72CD46E936C7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A8FB3-5AC7-469C-B58F-89A643493819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b="1" kern="1200" dirty="0"/>
            <a:t>Estatísticas em destaque foram:</a:t>
          </a:r>
          <a:endParaRPr lang="en-US" sz="1300" kern="1200" dirty="0"/>
        </a:p>
      </dsp:txBody>
      <dsp:txXfrm>
        <a:off x="228784" y="1313725"/>
        <a:ext cx="1641796" cy="656718"/>
      </dsp:txXfrm>
    </dsp:sp>
    <dsp:sp modelId="{665C8A4A-DF0C-467B-9336-07553C754016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C971A-D9F3-4FCE-B49A-55738EEA2F8F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843BC-AE46-46C7-BB40-E99724F0FE32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b="1" kern="1200" dirty="0"/>
            <a:t>Reduz tempo de decisão</a:t>
          </a:r>
          <a:br>
            <a:rPr lang="pt-BR" sz="1300" kern="1200" dirty="0"/>
          </a:br>
          <a:r>
            <a:rPr lang="pt-BR" sz="1300" kern="1200" dirty="0"/>
            <a:t>De 20min para 3min</a:t>
          </a:r>
          <a:endParaRPr lang="en-US" sz="1300" kern="1200" dirty="0"/>
        </a:p>
      </dsp:txBody>
      <dsp:txXfrm>
        <a:off x="2157895" y="1313725"/>
        <a:ext cx="1641796" cy="656718"/>
      </dsp:txXfrm>
    </dsp:sp>
    <dsp:sp modelId="{8BFE0BAF-5C2F-4C71-BFF9-8B7D5F6AF332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A70590-F791-4980-B532-20E41E2E0709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A1EBE-1490-44F8-A15A-03588258D8CF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b="1" kern="1200"/>
            <a:t>Aumenta satisfação</a:t>
          </a:r>
          <a:br>
            <a:rPr lang="pt-BR" sz="1300" kern="1200"/>
          </a:br>
          <a:r>
            <a:rPr lang="pt-BR" sz="1300" kern="1200"/>
            <a:t>Sugestões personalizadas</a:t>
          </a:r>
          <a:endParaRPr lang="en-US" sz="1300" kern="1200"/>
        </a:p>
      </dsp:txBody>
      <dsp:txXfrm>
        <a:off x="4087007" y="1313725"/>
        <a:ext cx="1641796" cy="656718"/>
      </dsp:txXfrm>
    </dsp:sp>
    <dsp:sp modelId="{6D9BE55B-8F6B-4919-B2A1-A1CC126D3A76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DEE79-A4BD-45B3-8648-5883F4CC1624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EC821-7B78-46D5-A9DB-36FD660FE9FE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b="1" kern="1200"/>
            <a:t>Melhora experiência</a:t>
          </a:r>
          <a:br>
            <a:rPr lang="pt-BR" sz="1300" kern="1200"/>
          </a:br>
          <a:r>
            <a:rPr lang="pt-BR" sz="1300" kern="1200"/>
            <a:t>Visualização antes de comprar</a:t>
          </a:r>
          <a:endParaRPr lang="en-US" sz="1300" kern="1200"/>
        </a:p>
      </dsp:txBody>
      <dsp:txXfrm>
        <a:off x="6016118" y="1313725"/>
        <a:ext cx="1641796" cy="656718"/>
      </dsp:txXfrm>
    </dsp:sp>
    <dsp:sp modelId="{4C2E8492-74BD-4389-BD18-32C89F57D538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CD4A1-05B3-4105-A583-80704632C4E6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8E6C8-AD8B-421E-B766-DC249DCB6324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b="1" kern="1200" dirty="0"/>
            <a:t>Facilita escolhas</a:t>
          </a:r>
          <a:br>
            <a:rPr lang="pt-BR" sz="1300" kern="1200" dirty="0"/>
          </a:br>
          <a:r>
            <a:rPr lang="pt-BR" sz="1300" kern="1200" dirty="0"/>
            <a:t>Elimina fadiga de decisão</a:t>
          </a:r>
          <a:endParaRPr lang="en-US" sz="1300" kern="1200" dirty="0"/>
        </a:p>
      </dsp:txBody>
      <dsp:txXfrm>
        <a:off x="3122451" y="3694331"/>
        <a:ext cx="1641796" cy="6567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C226B-CF56-B545-B5BE-E298EE069B50}">
      <dsp:nvSpPr>
        <dsp:cNvPr id="0" name=""/>
        <dsp:cNvSpPr/>
      </dsp:nvSpPr>
      <dsp:spPr>
        <a:xfrm>
          <a:off x="2310" y="342627"/>
          <a:ext cx="1833041" cy="10998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 dirty="0"/>
            <a:t>Fase 1 </a:t>
          </a:r>
          <a:r>
            <a:rPr lang="pt-BR" sz="2100" b="1" kern="1200" dirty="0" err="1"/>
            <a:t>Backend</a:t>
          </a:r>
          <a:endParaRPr lang="en-US" sz="2100" kern="1200" dirty="0"/>
        </a:p>
      </dsp:txBody>
      <dsp:txXfrm>
        <a:off x="2310" y="342627"/>
        <a:ext cx="1833041" cy="1099824"/>
      </dsp:txXfrm>
    </dsp:sp>
    <dsp:sp modelId="{861581E8-10D8-3341-A07E-19FDFEFFC0F7}">
      <dsp:nvSpPr>
        <dsp:cNvPr id="0" name=""/>
        <dsp:cNvSpPr/>
      </dsp:nvSpPr>
      <dsp:spPr>
        <a:xfrm>
          <a:off x="2018656" y="342627"/>
          <a:ext cx="1833041" cy="1099824"/>
        </a:xfrm>
        <a:prstGeom prst="rect">
          <a:avLst/>
        </a:prstGeom>
        <a:solidFill>
          <a:schemeClr val="accent2">
            <a:hueOff val="425593"/>
            <a:satOff val="-531"/>
            <a:lumOff val="1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Banco de dados real</a:t>
          </a:r>
          <a:endParaRPr lang="en-US" sz="2100" kern="1200" dirty="0"/>
        </a:p>
      </dsp:txBody>
      <dsp:txXfrm>
        <a:off x="2018656" y="342627"/>
        <a:ext cx="1833041" cy="1099824"/>
      </dsp:txXfrm>
    </dsp:sp>
    <dsp:sp modelId="{C4744189-EE38-A34E-8C9D-8C5A375E63B7}">
      <dsp:nvSpPr>
        <dsp:cNvPr id="0" name=""/>
        <dsp:cNvSpPr/>
      </dsp:nvSpPr>
      <dsp:spPr>
        <a:xfrm>
          <a:off x="4035002" y="342627"/>
          <a:ext cx="1833041" cy="1099824"/>
        </a:xfrm>
        <a:prstGeom prst="rect">
          <a:avLst/>
        </a:prstGeom>
        <a:solidFill>
          <a:schemeClr val="accent2">
            <a:hueOff val="851185"/>
            <a:satOff val="-1062"/>
            <a:lumOff val="25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Autenticação OAuth</a:t>
          </a:r>
          <a:endParaRPr lang="en-US" sz="2100" kern="1200"/>
        </a:p>
      </dsp:txBody>
      <dsp:txXfrm>
        <a:off x="4035002" y="342627"/>
        <a:ext cx="1833041" cy="1099824"/>
      </dsp:txXfrm>
    </dsp:sp>
    <dsp:sp modelId="{4F04055F-B72C-1640-8819-B8CF6301116E}">
      <dsp:nvSpPr>
        <dsp:cNvPr id="0" name=""/>
        <dsp:cNvSpPr/>
      </dsp:nvSpPr>
      <dsp:spPr>
        <a:xfrm>
          <a:off x="6051347" y="342627"/>
          <a:ext cx="1833041" cy="1099824"/>
        </a:xfrm>
        <a:prstGeom prst="rect">
          <a:avLst/>
        </a:prstGeom>
        <a:solidFill>
          <a:schemeClr val="accent2">
            <a:hueOff val="1276778"/>
            <a:satOff val="-1592"/>
            <a:lumOff val="3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API própria</a:t>
          </a:r>
          <a:endParaRPr lang="en-US" sz="2100" kern="1200"/>
        </a:p>
      </dsp:txBody>
      <dsp:txXfrm>
        <a:off x="6051347" y="342627"/>
        <a:ext cx="1833041" cy="1099824"/>
      </dsp:txXfrm>
    </dsp:sp>
    <dsp:sp modelId="{3D8BDF8D-B614-E445-9DC3-951353C6600B}">
      <dsp:nvSpPr>
        <dsp:cNvPr id="0" name=""/>
        <dsp:cNvSpPr/>
      </dsp:nvSpPr>
      <dsp:spPr>
        <a:xfrm>
          <a:off x="2310" y="1625756"/>
          <a:ext cx="1833041" cy="1099824"/>
        </a:xfrm>
        <a:prstGeom prst="rect">
          <a:avLst/>
        </a:prstGeom>
        <a:solidFill>
          <a:schemeClr val="accent2">
            <a:hueOff val="1702371"/>
            <a:satOff val="-2123"/>
            <a:lumOff val="4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 dirty="0"/>
            <a:t>Fase 2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 dirty="0"/>
            <a:t>IA Avançada</a:t>
          </a:r>
          <a:endParaRPr lang="en-US" sz="2100" kern="1200" dirty="0"/>
        </a:p>
      </dsp:txBody>
      <dsp:txXfrm>
        <a:off x="2310" y="1625756"/>
        <a:ext cx="1833041" cy="1099824"/>
      </dsp:txXfrm>
    </dsp:sp>
    <dsp:sp modelId="{AE0FE52F-9A7B-374B-B863-C685E2401FD3}">
      <dsp:nvSpPr>
        <dsp:cNvPr id="0" name=""/>
        <dsp:cNvSpPr/>
      </dsp:nvSpPr>
      <dsp:spPr>
        <a:xfrm>
          <a:off x="2018656" y="1625756"/>
          <a:ext cx="1833041" cy="1099824"/>
        </a:xfrm>
        <a:prstGeom prst="rect">
          <a:avLst/>
        </a:prstGeom>
        <a:solidFill>
          <a:schemeClr val="accent2">
            <a:hueOff val="2127964"/>
            <a:satOff val="-2654"/>
            <a:lumOff val="6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Recomendação baseada em histórico</a:t>
          </a:r>
          <a:endParaRPr lang="en-US" sz="2100" kern="1200"/>
        </a:p>
      </dsp:txBody>
      <dsp:txXfrm>
        <a:off x="2018656" y="1625756"/>
        <a:ext cx="1833041" cy="1099824"/>
      </dsp:txXfrm>
    </dsp:sp>
    <dsp:sp modelId="{AE61DD72-68A4-C948-931E-174FE3FE9E6A}">
      <dsp:nvSpPr>
        <dsp:cNvPr id="0" name=""/>
        <dsp:cNvSpPr/>
      </dsp:nvSpPr>
      <dsp:spPr>
        <a:xfrm>
          <a:off x="4035002" y="1625756"/>
          <a:ext cx="1833041" cy="1099824"/>
        </a:xfrm>
        <a:prstGeom prst="rect">
          <a:avLst/>
        </a:prstGeom>
        <a:solidFill>
          <a:schemeClr val="accent2">
            <a:hueOff val="2553556"/>
            <a:satOff val="-3185"/>
            <a:lumOff val="7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Análise de corpo/biotipo</a:t>
          </a:r>
          <a:endParaRPr lang="en-US" sz="2100" kern="1200"/>
        </a:p>
      </dsp:txBody>
      <dsp:txXfrm>
        <a:off x="4035002" y="1625756"/>
        <a:ext cx="1833041" cy="1099824"/>
      </dsp:txXfrm>
    </dsp:sp>
    <dsp:sp modelId="{97D282F9-9604-454A-B43B-B611EE3846AD}">
      <dsp:nvSpPr>
        <dsp:cNvPr id="0" name=""/>
        <dsp:cNvSpPr/>
      </dsp:nvSpPr>
      <dsp:spPr>
        <a:xfrm>
          <a:off x="6051347" y="1625756"/>
          <a:ext cx="1833041" cy="1099824"/>
        </a:xfrm>
        <a:prstGeom prst="rect">
          <a:avLst/>
        </a:prstGeom>
        <a:solidFill>
          <a:schemeClr val="accent2">
            <a:hueOff val="2979149"/>
            <a:satOff val="-3716"/>
            <a:lumOff val="8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Tendências de moda em tempo real</a:t>
          </a:r>
          <a:endParaRPr lang="en-US" sz="2100" kern="1200"/>
        </a:p>
      </dsp:txBody>
      <dsp:txXfrm>
        <a:off x="6051347" y="1625756"/>
        <a:ext cx="1833041" cy="1099824"/>
      </dsp:txXfrm>
    </dsp:sp>
    <dsp:sp modelId="{5770515D-6E74-E44D-BCF4-B7C7845DA950}">
      <dsp:nvSpPr>
        <dsp:cNvPr id="0" name=""/>
        <dsp:cNvSpPr/>
      </dsp:nvSpPr>
      <dsp:spPr>
        <a:xfrm>
          <a:off x="2310" y="2908885"/>
          <a:ext cx="1833041" cy="1099824"/>
        </a:xfrm>
        <a:prstGeom prst="rect">
          <a:avLst/>
        </a:prstGeom>
        <a:solidFill>
          <a:schemeClr val="accent2">
            <a:hueOff val="3404742"/>
            <a:satOff val="-4247"/>
            <a:lumOff val="9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 dirty="0"/>
            <a:t>Fase 3  Expansão</a:t>
          </a:r>
          <a:r>
            <a:rPr lang="pt-BR" sz="2100" kern="1200" dirty="0"/>
            <a:t> </a:t>
          </a:r>
          <a:endParaRPr lang="en-US" sz="2100" kern="1200" dirty="0"/>
        </a:p>
      </dsp:txBody>
      <dsp:txXfrm>
        <a:off x="2310" y="2908885"/>
        <a:ext cx="1833041" cy="1099824"/>
      </dsp:txXfrm>
    </dsp:sp>
    <dsp:sp modelId="{F91AA9B3-397F-6640-B9FE-5C2E6D38D17E}">
      <dsp:nvSpPr>
        <dsp:cNvPr id="0" name=""/>
        <dsp:cNvSpPr/>
      </dsp:nvSpPr>
      <dsp:spPr>
        <a:xfrm>
          <a:off x="2018656" y="2908885"/>
          <a:ext cx="1833041" cy="1099824"/>
        </a:xfrm>
        <a:prstGeom prst="rect">
          <a:avLst/>
        </a:prstGeom>
        <a:solidFill>
          <a:schemeClr val="accent2">
            <a:hueOff val="3830334"/>
            <a:satOff val="-4777"/>
            <a:lumOff val="11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App mobile nativo</a:t>
          </a:r>
          <a:endParaRPr lang="en-US" sz="2100" kern="1200"/>
        </a:p>
      </dsp:txBody>
      <dsp:txXfrm>
        <a:off x="2018656" y="2908885"/>
        <a:ext cx="1833041" cy="1099824"/>
      </dsp:txXfrm>
    </dsp:sp>
    <dsp:sp modelId="{0287A3B8-CA30-804A-9B07-3B137A2A0DF3}">
      <dsp:nvSpPr>
        <dsp:cNvPr id="0" name=""/>
        <dsp:cNvSpPr/>
      </dsp:nvSpPr>
      <dsp:spPr>
        <a:xfrm>
          <a:off x="4035002" y="2908885"/>
          <a:ext cx="1833041" cy="1099824"/>
        </a:xfrm>
        <a:prstGeom prst="rect">
          <a:avLst/>
        </a:prstGeom>
        <a:solidFill>
          <a:schemeClr val="accent2">
            <a:hueOff val="4255927"/>
            <a:satOff val="-5308"/>
            <a:lumOff val="124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Realidade aumentada (AR)</a:t>
          </a:r>
          <a:endParaRPr lang="en-US" sz="2100" kern="1200"/>
        </a:p>
      </dsp:txBody>
      <dsp:txXfrm>
        <a:off x="4035002" y="2908885"/>
        <a:ext cx="1833041" cy="1099824"/>
      </dsp:txXfrm>
    </dsp:sp>
    <dsp:sp modelId="{7E6DAF03-9866-F041-881F-8585B9A6243E}">
      <dsp:nvSpPr>
        <dsp:cNvPr id="0" name=""/>
        <dsp:cNvSpPr/>
      </dsp:nvSpPr>
      <dsp:spPr>
        <a:xfrm>
          <a:off x="6051347" y="2908885"/>
          <a:ext cx="1833041" cy="1099824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Provador virtual</a:t>
          </a:r>
          <a:endParaRPr lang="en-US" sz="2100" kern="1200"/>
        </a:p>
      </dsp:txBody>
      <dsp:txXfrm>
        <a:off x="6051347" y="2908885"/>
        <a:ext cx="1833041" cy="1099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18A60-7826-EA49-8907-3C7683AD6F8F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5B60A-0476-D943-9086-A92B3E2DB0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57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126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Frase impacto:</a:t>
            </a:r>
            <a:r>
              <a:rPr lang="pt-BR" dirty="0"/>
              <a:t> "E se a tecnologia pudesse ajudar?"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398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Frase destaque:</a:t>
            </a:r>
            <a:r>
              <a:rPr lang="pt-BR" dirty="0"/>
              <a:t> "Transformando a experiência de compra com IA Generativa"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68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CONCLUSAO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666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Etapa 1: Apenas HTML puro - Setembro 2025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97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577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dirty="0"/>
              <a:t>Quero agradecer ao professor Leandro pela orientação e paciência durante todo o projeto. </a:t>
            </a:r>
          </a:p>
          <a:p>
            <a:pPr>
              <a:buNone/>
            </a:pPr>
            <a:r>
              <a:rPr lang="pt-BR" dirty="0"/>
              <a:t>Também agradeço à minha equipe — cada um contribuiu de um jeito importante.</a:t>
            </a:r>
          </a:p>
          <a:p>
            <a:pPr>
              <a:buNone/>
            </a:pPr>
            <a:r>
              <a:rPr lang="pt-BR" dirty="0"/>
              <a:t>Ser líder do projeto foi um desafio, mas também um aprendizado enorme. 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Aprendi a organizar o grupo, dividir tarefas, resolver problemas juntos e lidar com opiniões diferentes.</a:t>
            </a:r>
          </a:p>
          <a:p>
            <a:endParaRPr lang="pt-BR" dirty="0"/>
          </a:p>
          <a:p>
            <a:r>
              <a:rPr lang="pt-BR" dirty="0"/>
              <a:t>Trabalhar em equipe nem sempre é fácil, mas é muito gratificante quando todo mundo se ajuda e o resultado aparece.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159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5B60A-0476-D943-9086-A92B3E2DB05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33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586822"/>
            <a:ext cx="2743200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</a:pPr>
            <a:br>
              <a:rPr lang="en-US" sz="2800" b="1" dirty="0"/>
            </a:br>
            <a:r>
              <a:rPr lang="en-US" sz="2800" dirty="0"/>
              <a:t>E-commerce </a:t>
            </a:r>
            <a:r>
              <a:rPr lang="en-US" sz="2800" dirty="0" err="1"/>
              <a:t>Inteligente</a:t>
            </a:r>
            <a:r>
              <a:rPr lang="en-US" sz="2800" dirty="0"/>
              <a:t> de Moda</a:t>
            </a:r>
            <a:endParaRPr lang="en-US" sz="28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Content Placeholder 17">
            <a:extLst>
              <a:ext uri="{FF2B5EF4-FFF2-40B4-BE49-F238E27FC236}">
                <a16:creationId xmlns:a16="http://schemas.microsoft.com/office/drawing/2014/main" id="{430A268B-4979-8106-49C7-C88AC02DE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579" y="586822"/>
            <a:ext cx="4580057" cy="1645920"/>
          </a:xfrm>
        </p:spPr>
        <p:txBody>
          <a:bodyPr anchor="ctr">
            <a:normAutofit/>
          </a:bodyPr>
          <a:lstStyle/>
          <a:p>
            <a:endParaRPr lang="en-US" sz="1600"/>
          </a:p>
        </p:txBody>
      </p:sp>
      <p:pic>
        <p:nvPicPr>
          <p:cNvPr id="7" name="Imagem 6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8E1D0D0-24FB-8A96-783E-A954BB240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438" y="3591220"/>
            <a:ext cx="4111132" cy="1963064"/>
          </a:xfrm>
          <a:prstGeom prst="rect">
            <a:avLst/>
          </a:prstGeom>
        </p:spPr>
      </p:pic>
      <p:pic>
        <p:nvPicPr>
          <p:cNvPr id="5" name="Espaço Reservado para Conteúdo 4" descr="Logotipo&#10;&#10;O conteúdo gerado por IA pode estar incorreto.">
            <a:extLst>
              <a:ext uri="{FF2B5EF4-FFF2-40B4-BE49-F238E27FC236}">
                <a16:creationId xmlns:a16="http://schemas.microsoft.com/office/drawing/2014/main" id="{57402282-378F-5755-E9F9-DF395DE07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06" y="3915160"/>
            <a:ext cx="4142312" cy="131518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C279199-802C-FA47-EAA3-65B98987AB77}"/>
              </a:ext>
            </a:extLst>
          </p:cNvPr>
          <p:cNvSpPr txBox="1"/>
          <p:nvPr/>
        </p:nvSpPr>
        <p:spPr>
          <a:xfrm>
            <a:off x="4144549" y="3988060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/>
              <a:t>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pt-BR" sz="4500" dirty="0"/>
              <a:t>Projeto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2D60D1-84D7-B176-01AA-4A680A7F5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9618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A06EA8BE-97ED-837C-A5CB-8E58DAE19EB9}"/>
              </a:ext>
            </a:extLst>
          </p:cNvPr>
          <p:cNvSpPr txBox="1"/>
          <p:nvPr/>
        </p:nvSpPr>
        <p:spPr>
          <a:xfrm>
            <a:off x="576099" y="731968"/>
            <a:ext cx="3381927" cy="1139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2211" y="197110"/>
            <a:ext cx="1515618" cy="2020824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8" descr="Pessoa segurando cd na mão&#10;&#10;O conteúdo gerado por IA pode estar incorreto.">
            <a:extLst>
              <a:ext uri="{FF2B5EF4-FFF2-40B4-BE49-F238E27FC236}">
                <a16:creationId xmlns:a16="http://schemas.microsoft.com/office/drawing/2014/main" id="{3C82680E-B295-01B6-5E5B-39DFF984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59" r="16029" b="-8"/>
          <a:stretch>
            <a:fillRect/>
          </a:stretch>
        </p:blipFill>
        <p:spPr>
          <a:xfrm>
            <a:off x="4285655" y="361702"/>
            <a:ext cx="1268730" cy="1691640"/>
          </a:xfrm>
          <a:custGeom>
            <a:avLst/>
            <a:gdLst/>
            <a:ahLst/>
            <a:cxnLst/>
            <a:rect l="l" t="t" r="r" b="b"/>
            <a:pathLst>
              <a:path w="1956816" h="1956816">
                <a:moveTo>
                  <a:pt x="978408" y="0"/>
                </a:moveTo>
                <a:cubicBezTo>
                  <a:pt x="1518768" y="0"/>
                  <a:pt x="1956816" y="438048"/>
                  <a:pt x="1956816" y="978408"/>
                </a:cubicBezTo>
                <a:cubicBezTo>
                  <a:pt x="1956816" y="1518768"/>
                  <a:pt x="1518768" y="1956816"/>
                  <a:pt x="978408" y="1956816"/>
                </a:cubicBezTo>
                <a:cubicBezTo>
                  <a:pt x="438048" y="1956816"/>
                  <a:pt x="0" y="1518768"/>
                  <a:pt x="0" y="978408"/>
                </a:cubicBezTo>
                <a:cubicBezTo>
                  <a:pt x="0" y="438048"/>
                  <a:pt x="438048" y="0"/>
                  <a:pt x="978408" y="0"/>
                </a:cubicBezTo>
                <a:close/>
              </a:path>
            </a:pathLst>
          </a:cu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6199" y="-16261"/>
            <a:ext cx="3057801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1071" y="2550745"/>
            <a:ext cx="2304288" cy="3072384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m 12" descr="Menino sorrindo posando para foto&#10;&#10;O conteúdo gerado por IA pode estar incorreto.">
            <a:extLst>
              <a:ext uri="{FF2B5EF4-FFF2-40B4-BE49-F238E27FC236}">
                <a16:creationId xmlns:a16="http://schemas.microsoft.com/office/drawing/2014/main" id="{6FD0EDB4-2D26-984E-BD5B-5A6A4F4FC7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43" r="17001" b="4"/>
          <a:stretch>
            <a:fillRect/>
          </a:stretch>
        </p:blipFill>
        <p:spPr>
          <a:xfrm>
            <a:off x="4414515" y="2715337"/>
            <a:ext cx="2057400" cy="2743200"/>
          </a:xfrm>
          <a:custGeom>
            <a:avLst/>
            <a:gdLst/>
            <a:ahLst/>
            <a:cxnLst/>
            <a:rect l="l" t="t" r="r" b="b"/>
            <a:pathLst>
              <a:path w="2834640" h="2834640">
                <a:moveTo>
                  <a:pt x="1417320" y="0"/>
                </a:moveTo>
                <a:cubicBezTo>
                  <a:pt x="2200084" y="0"/>
                  <a:pt x="2834640" y="634556"/>
                  <a:pt x="2834640" y="1417320"/>
                </a:cubicBezTo>
                <a:cubicBezTo>
                  <a:pt x="2834640" y="2200084"/>
                  <a:pt x="2200084" y="2834640"/>
                  <a:pt x="1417320" y="2834640"/>
                </a:cubicBezTo>
                <a:cubicBezTo>
                  <a:pt x="634556" y="2834640"/>
                  <a:pt x="0" y="2200084"/>
                  <a:pt x="0" y="1417320"/>
                </a:cubicBezTo>
                <a:cubicBezTo>
                  <a:pt x="0" y="634556"/>
                  <a:pt x="634556" y="0"/>
                  <a:pt x="1417320" y="0"/>
                </a:cubicBezTo>
                <a:close/>
              </a:path>
            </a:pathLst>
          </a:custGeom>
        </p:spPr>
      </p:pic>
      <p:pic>
        <p:nvPicPr>
          <p:cNvPr id="5" name="Espaço Reservado para Conteúdo 4" descr="Homem pousando para foto&#10;&#10;O conteúdo gerado por IA pode estar incorreto.">
            <a:extLst>
              <a:ext uri="{FF2B5EF4-FFF2-40B4-BE49-F238E27FC236}">
                <a16:creationId xmlns:a16="http://schemas.microsoft.com/office/drawing/2014/main" id="{0A6AF0A4-EBC9-C5B9-5516-C50A135275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27" r="8859" b="-1"/>
          <a:stretch>
            <a:fillRect/>
          </a:stretch>
        </p:blipFill>
        <p:spPr>
          <a:xfrm>
            <a:off x="6208968" y="2"/>
            <a:ext cx="2935032" cy="3281569"/>
          </a:xfrm>
          <a:custGeom>
            <a:avLst/>
            <a:gdLst/>
            <a:ahLst/>
            <a:cxnLst/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39871" y="4604085"/>
            <a:ext cx="3210834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10" descr="Homem ao lado de uma janela&#10;&#10;O conteúdo gerado por IA pode estar incorreto.">
            <a:extLst>
              <a:ext uri="{FF2B5EF4-FFF2-40B4-BE49-F238E27FC236}">
                <a16:creationId xmlns:a16="http://schemas.microsoft.com/office/drawing/2014/main" id="{7B3CAA0D-762E-03A4-57E0-BD2A0E640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848" r="-5" b="14559"/>
          <a:stretch>
            <a:fillRect/>
          </a:stretch>
        </p:blipFill>
        <p:spPr>
          <a:xfrm>
            <a:off x="1363960" y="4769536"/>
            <a:ext cx="2962656" cy="2088462"/>
          </a:xfrm>
          <a:custGeom>
            <a:avLst/>
            <a:gdLst/>
            <a:ahLst/>
            <a:cxnLst/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6277" y="3966828"/>
            <a:ext cx="2504969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6" descr="Reflexo de homem em frente a espelho&#10;&#10;O conteúdo gerado por IA pode estar incorreto.">
            <a:extLst>
              <a:ext uri="{FF2B5EF4-FFF2-40B4-BE49-F238E27FC236}">
                <a16:creationId xmlns:a16="http://schemas.microsoft.com/office/drawing/2014/main" id="{CBCD1A47-1444-7039-444C-ADE09E254E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30" r="12642"/>
          <a:stretch>
            <a:fillRect/>
          </a:stretch>
        </p:blipFill>
        <p:spPr>
          <a:xfrm>
            <a:off x="6757062" y="4131546"/>
            <a:ext cx="2384184" cy="2726454"/>
          </a:xfrm>
          <a:custGeom>
            <a:avLst/>
            <a:gdLst/>
            <a:ahLst/>
            <a:cxnLst/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1CE0D7-4475-4247-7C28-5675CD242907}"/>
              </a:ext>
            </a:extLst>
          </p:cNvPr>
          <p:cNvSpPr txBox="1"/>
          <p:nvPr/>
        </p:nvSpPr>
        <p:spPr>
          <a:xfrm>
            <a:off x="3253436" y="1830342"/>
            <a:ext cx="90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DANILO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5571B4D-4119-3A95-0012-19C72653CE64}"/>
              </a:ext>
            </a:extLst>
          </p:cNvPr>
          <p:cNvSpPr txBox="1"/>
          <p:nvPr/>
        </p:nvSpPr>
        <p:spPr>
          <a:xfrm>
            <a:off x="7307549" y="3450067"/>
            <a:ext cx="978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GLAUCO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DA640BE-32A2-AE07-BA2D-63B19210C1BA}"/>
              </a:ext>
            </a:extLst>
          </p:cNvPr>
          <p:cNvSpPr txBox="1"/>
          <p:nvPr/>
        </p:nvSpPr>
        <p:spPr>
          <a:xfrm>
            <a:off x="3253436" y="3642882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GABRIEL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EDB6B85-8E1F-F993-2087-DB51A4F12026}"/>
              </a:ext>
            </a:extLst>
          </p:cNvPr>
          <p:cNvSpPr txBox="1"/>
          <p:nvPr/>
        </p:nvSpPr>
        <p:spPr>
          <a:xfrm>
            <a:off x="5830719" y="5832314"/>
            <a:ext cx="68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LUCA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CBC995A-5119-2D79-A072-76A4C5B1DF6A}"/>
              </a:ext>
            </a:extLst>
          </p:cNvPr>
          <p:cNvSpPr txBox="1"/>
          <p:nvPr/>
        </p:nvSpPr>
        <p:spPr>
          <a:xfrm>
            <a:off x="697424" y="4943959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CELSO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1B3F79C-DEEC-F5B2-AF62-488354D2408A}"/>
              </a:ext>
            </a:extLst>
          </p:cNvPr>
          <p:cNvSpPr txBox="1"/>
          <p:nvPr/>
        </p:nvSpPr>
        <p:spPr>
          <a:xfrm>
            <a:off x="302086" y="82090"/>
            <a:ext cx="3405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QUEM SOMOS</a:t>
            </a:r>
          </a:p>
        </p:txBody>
      </p:sp>
    </p:spTree>
    <p:extLst>
      <p:ext uri="{BB962C8B-B14F-4D97-AF65-F5344CB8AC3E}">
        <p14:creationId xmlns:p14="http://schemas.microsoft.com/office/powerpoint/2010/main" val="241655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50F4B8-BD24-C105-AF62-1FA303C8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pt-BR" sz="3500" b="1"/>
              <a:t>Visão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4D198E-9002-3938-7248-12A04381F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600" b="0" i="0" dirty="0">
                <a:effectLst/>
              </a:rPr>
              <a:t>Imagine um app de moda que não apenas ajuda você a encontrar a roupa perfeita, mas também oferece conselhos de estilo em tempo real.</a:t>
            </a:r>
          </a:p>
          <a:p>
            <a:pPr>
              <a:lnSpc>
                <a:spcPct val="90000"/>
              </a:lnSpc>
            </a:pPr>
            <a:endParaRPr lang="pt-BR" sz="1600" b="0" i="0" dirty="0">
              <a:effectLst/>
            </a:endParaRP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pt-BR" sz="1600" b="1" dirty="0"/>
              <a:t>O </a:t>
            </a:r>
            <a:r>
              <a:rPr lang="pt-BR" sz="1600" b="1" i="0" dirty="0">
                <a:effectLst/>
              </a:rPr>
              <a:t> desafio: </a:t>
            </a:r>
            <a:r>
              <a:rPr lang="pt-BR" sz="1600" b="0" i="0" dirty="0">
                <a:effectLst/>
              </a:rPr>
              <a:t>ao oferecer sugestões de roupas personalizadas, o app pretende ajudar pessoas que têm dificuldade para decidir o que vestir. Isso também ajuda a evitar o cansaço de tomar decisões com o planejamento de roupas.</a:t>
            </a:r>
          </a:p>
          <a:p>
            <a:pPr>
              <a:lnSpc>
                <a:spcPct val="90000"/>
              </a:lnSpc>
              <a:buNone/>
            </a:pPr>
            <a:br>
              <a:rPr lang="pt-BR" sz="1600" dirty="0"/>
            </a:br>
            <a:endParaRPr lang="pt-BR" sz="1600" dirty="0"/>
          </a:p>
        </p:txBody>
      </p:sp>
      <p:pic>
        <p:nvPicPr>
          <p:cNvPr id="5" name="Picture 4" descr="Diferentes padrões de comportamento">
            <a:extLst>
              <a:ext uri="{FF2B5EF4-FFF2-40B4-BE49-F238E27FC236}">
                <a16:creationId xmlns:a16="http://schemas.microsoft.com/office/drawing/2014/main" id="{2D659854-4E1B-544C-5EB5-67E6F3F7F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8" r="3982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060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7C305C-0E98-44D5-A930-21F23CC52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Mulher com mala na cama&#10;&#10;O conteúdo gerado por IA pode estar incorreto.">
            <a:extLst>
              <a:ext uri="{FF2B5EF4-FFF2-40B4-BE49-F238E27FC236}">
                <a16:creationId xmlns:a16="http://schemas.microsoft.com/office/drawing/2014/main" id="{8BAD74BC-55E4-EA9B-8197-C03FAE8AAE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73" r="2116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7711" y="4638503"/>
            <a:ext cx="6288577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EA25B3-6351-C8E5-A355-F8FCEF3E7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340" y="4727173"/>
            <a:ext cx="5989320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desafio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decidimos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resolver</a:t>
            </a:r>
            <a:b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2332" y="5628237"/>
            <a:ext cx="5419335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1A3B32-AB05-60D7-86B8-A9E8E5736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803" y="5680637"/>
            <a:ext cx="5220393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Não</a:t>
            </a: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sei o que </a:t>
            </a:r>
            <a:r>
              <a:rPr lang="en-US" sz="17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vestir</a:t>
            </a: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hoje</a:t>
            </a: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991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la de fundo abstrata e desfocada de loja de departamento">
            <a:extLst>
              <a:ext uri="{FF2B5EF4-FFF2-40B4-BE49-F238E27FC236}">
                <a16:creationId xmlns:a16="http://schemas.microsoft.com/office/drawing/2014/main" id="{007BFC40-4458-F610-00EB-CF51E6890A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6" b="25415"/>
          <a:stretch>
            <a:fillRect/>
          </a:stretch>
        </p:blipFill>
        <p:spPr>
          <a:xfrm>
            <a:off x="20" y="10"/>
            <a:ext cx="9143980" cy="4465973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9C503-44B5-2142-D36A-C0E6BFA6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4203278"/>
            <a:ext cx="6417894" cy="5360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500">
                <a:solidFill>
                  <a:schemeClr val="bg1"/>
                </a:solidFill>
              </a:rPr>
              <a:t>Estatísticas:</a:t>
            </a:r>
            <a:br>
              <a:rPr lang="pt-BR" sz="1500">
                <a:solidFill>
                  <a:schemeClr val="bg1"/>
                </a:solidFill>
              </a:rPr>
            </a:br>
            <a:endParaRPr lang="pt-BR" sz="150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9F650-A754-44CD-6D6A-55EFA37C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96" y="4956314"/>
            <a:ext cx="8293608" cy="130641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pt-BR" sz="1500" dirty="0"/>
              <a:t>Pessoas gastam em média </a:t>
            </a:r>
            <a:r>
              <a:rPr lang="pt-BR" sz="1500" b="1" dirty="0"/>
              <a:t>17-20 minutos</a:t>
            </a:r>
            <a:r>
              <a:rPr lang="pt-BR" sz="1500" dirty="0"/>
              <a:t> decidindo o que vestir</a:t>
            </a:r>
          </a:p>
          <a:p>
            <a:pPr>
              <a:buFont typeface="Wingdings" pitchFamily="2" charset="2"/>
              <a:buChar char="Ø"/>
            </a:pPr>
            <a:r>
              <a:rPr lang="pt-BR" sz="1600" dirty="0"/>
              <a:t>Pesquisa aponta que “procurar uma roupa” é a causa do mau humor de 15% dos entrevistados.</a:t>
            </a:r>
            <a:endParaRPr lang="pt-BR" sz="1500" dirty="0"/>
          </a:p>
          <a:p>
            <a:pPr>
              <a:buFont typeface="Wingdings" pitchFamily="2" charset="2"/>
              <a:buChar char="Ø"/>
            </a:pPr>
            <a:r>
              <a:rPr lang="pt-BR" sz="1500" b="1" dirty="0"/>
              <a:t>Fadiga de decisão</a:t>
            </a:r>
            <a:r>
              <a:rPr lang="pt-BR" sz="1500" dirty="0"/>
              <a:t> ao escolher entre muitas opções</a:t>
            </a:r>
          </a:p>
          <a:p>
            <a:pPr>
              <a:buFont typeface="Wingdings" pitchFamily="2" charset="2"/>
              <a:buChar char="Ø"/>
            </a:pPr>
            <a:r>
              <a:rPr lang="pt-BR" sz="1500" dirty="0"/>
              <a:t>Ter roupas mas não saber </a:t>
            </a:r>
            <a:r>
              <a:rPr lang="pt-BR" sz="1500" b="1" dirty="0"/>
              <a:t>como combinar</a:t>
            </a:r>
          </a:p>
          <a:p>
            <a:pPr>
              <a:buFont typeface="Wingdings" pitchFamily="2" charset="2"/>
              <a:buChar char="Ø"/>
            </a:pPr>
            <a:r>
              <a:rPr lang="pt-BR" sz="1500" dirty="0"/>
              <a:t>Falta de </a:t>
            </a:r>
            <a:r>
              <a:rPr lang="pt-BR" sz="1500" b="1" dirty="0"/>
              <a:t>inspiração</a:t>
            </a:r>
            <a:r>
              <a:rPr lang="pt-BR" sz="1500" dirty="0"/>
              <a:t> para criar looks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81AF0A-73DA-92A0-235A-DF8BE0DB461E}"/>
              </a:ext>
            </a:extLst>
          </p:cNvPr>
          <p:cNvSpPr txBox="1"/>
          <p:nvPr/>
        </p:nvSpPr>
        <p:spPr>
          <a:xfrm>
            <a:off x="425196" y="6298755"/>
            <a:ext cx="14493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/>
              <a:t>Fonte: </a:t>
            </a:r>
            <a:r>
              <a:rPr lang="pt-BR" sz="1100" i="1" dirty="0"/>
              <a:t>https://</a:t>
            </a:r>
            <a:r>
              <a:rPr lang="pt-BR" sz="1100" i="1" dirty="0" err="1"/>
              <a:t>oglobo.globo.com</a:t>
            </a:r>
            <a:r>
              <a:rPr lang="pt-BR" sz="1100" i="1" dirty="0"/>
              <a:t>/ela/moda/estudo-diz-que-mulheres-perdem-17-minutos-para-se-vestirem-de-manha-19449181</a:t>
            </a:r>
          </a:p>
        </p:txBody>
      </p:sp>
    </p:spTree>
    <p:extLst>
      <p:ext uri="{BB962C8B-B14F-4D97-AF65-F5344CB8AC3E}">
        <p14:creationId xmlns:p14="http://schemas.microsoft.com/office/powerpoint/2010/main" val="43541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46B7F1B-F336-24D7-C199-DF66F2600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0" r="2213"/>
          <a:stretch>
            <a:fillRect/>
          </a:stretch>
        </p:blipFill>
        <p:spPr>
          <a:xfrm>
            <a:off x="20" y="10"/>
            <a:ext cx="9143980" cy="4465973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D5FB7E-B76F-1B14-5E90-4626FCC6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4203278"/>
            <a:ext cx="6417894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dirty="0" err="1">
                <a:solidFill>
                  <a:schemeClr val="bg1"/>
                </a:solidFill>
              </a:rPr>
              <a:t>Nossa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Solução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 err="1">
                <a:solidFill>
                  <a:schemeClr val="bg1"/>
                </a:solidFill>
              </a:rPr>
              <a:t>FashionAI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4BE305-32CF-A4F1-321D-A56FB94CC47F}"/>
              </a:ext>
            </a:extLst>
          </p:cNvPr>
          <p:cNvSpPr txBox="1"/>
          <p:nvPr/>
        </p:nvSpPr>
        <p:spPr>
          <a:xfrm>
            <a:off x="425196" y="4956314"/>
            <a:ext cx="8293608" cy="1306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/>
              <a:t>O que </a:t>
            </a:r>
            <a:r>
              <a:rPr lang="en-US" sz="1100" b="1" dirty="0" err="1"/>
              <a:t>é</a:t>
            </a:r>
            <a:r>
              <a:rPr lang="en-US" sz="1100" b="1" dirty="0"/>
              <a:t>?</a:t>
            </a:r>
            <a:endParaRPr lang="en-US" sz="11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Inteligência</a:t>
            </a:r>
            <a:r>
              <a:rPr lang="en-US" sz="1100" dirty="0"/>
              <a:t> Artificial </a:t>
            </a:r>
            <a:r>
              <a:rPr lang="en-US" sz="1100" dirty="0" err="1"/>
              <a:t>integrada</a:t>
            </a:r>
            <a:r>
              <a:rPr lang="en-US" sz="1100" dirty="0"/>
              <a:t> </a:t>
            </a:r>
            <a:r>
              <a:rPr lang="en-US" sz="1100" dirty="0" err="1"/>
              <a:t>ao</a:t>
            </a:r>
            <a:r>
              <a:rPr lang="en-US" sz="1100" dirty="0"/>
              <a:t> e-commerce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Gera </a:t>
            </a:r>
            <a:r>
              <a:rPr lang="en-US" sz="1100" dirty="0" err="1"/>
              <a:t>sugestões</a:t>
            </a:r>
            <a:r>
              <a:rPr lang="en-US" sz="1100" dirty="0"/>
              <a:t> de looks </a:t>
            </a:r>
            <a:r>
              <a:rPr lang="en-US" sz="1100" dirty="0" err="1"/>
              <a:t>personalizados</a:t>
            </a:r>
            <a:endParaRPr lang="en-US" sz="11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Analisa </a:t>
            </a:r>
            <a:r>
              <a:rPr lang="en-US" sz="1100" dirty="0" err="1"/>
              <a:t>peças</a:t>
            </a:r>
            <a:r>
              <a:rPr lang="en-US" sz="1100" dirty="0"/>
              <a:t> de </a:t>
            </a:r>
            <a:r>
              <a:rPr lang="en-US" sz="1100" dirty="0" err="1"/>
              <a:t>roupa</a:t>
            </a:r>
            <a:r>
              <a:rPr lang="en-US" sz="1100" dirty="0"/>
              <a:t> do </a:t>
            </a:r>
            <a:r>
              <a:rPr lang="en-US" sz="1100" dirty="0" err="1"/>
              <a:t>usuário</a:t>
            </a:r>
            <a:endParaRPr lang="en-US" sz="11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Cria</a:t>
            </a:r>
            <a:r>
              <a:rPr lang="en-US" sz="1100" dirty="0"/>
              <a:t> </a:t>
            </a:r>
            <a:r>
              <a:rPr lang="en-US" sz="1100" dirty="0" err="1"/>
              <a:t>visualizações</a:t>
            </a:r>
            <a:r>
              <a:rPr lang="en-US" sz="1100" dirty="0"/>
              <a:t> de outfits </a:t>
            </a:r>
            <a:r>
              <a:rPr lang="en-US" sz="1100" dirty="0" err="1"/>
              <a:t>completos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581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3B536342-2752-F2BF-8D87-EC369D6A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7" y="976128"/>
            <a:ext cx="1866435" cy="1939153"/>
          </a:xfrm>
          <a:prstGeom prst="rect">
            <a:avLst/>
          </a:prstGeom>
        </p:spPr>
      </p:pic>
      <p:pic>
        <p:nvPicPr>
          <p:cNvPr id="9" name="Imagem 8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578ABE70-B55B-867D-A7C8-3B821771B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57" y="4039378"/>
            <a:ext cx="3974170" cy="1738698"/>
          </a:xfrm>
          <a:prstGeom prst="rect">
            <a:avLst/>
          </a:prstGeom>
        </p:spPr>
      </p:pic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900" y="623275"/>
            <a:ext cx="385622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E4DB02-7548-C17E-03C0-3B3E5CC9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74" y="1188637"/>
            <a:ext cx="3163604" cy="1597228"/>
          </a:xfrm>
        </p:spPr>
        <p:txBody>
          <a:bodyPr>
            <a:normAutofit/>
          </a:bodyPr>
          <a:lstStyle/>
          <a:p>
            <a:r>
              <a:rPr lang="pt-BR" sz="4700" dirty="0"/>
              <a:t>Tecnologias</a:t>
            </a: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F477245C-E283-45B7-4692-2905370D1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992" y="1098810"/>
            <a:ext cx="1866435" cy="1693789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C07CB3-55C9-1527-86E0-960347CB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374" y="2998278"/>
            <a:ext cx="2763413" cy="1893762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pt-BR" sz="1700" dirty="0"/>
              <a:t>HTML5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700" dirty="0"/>
              <a:t> </a:t>
            </a:r>
          </a:p>
          <a:p>
            <a:pPr>
              <a:lnSpc>
                <a:spcPct val="90000"/>
              </a:lnSpc>
            </a:pPr>
            <a:r>
              <a:rPr lang="pt-BR" sz="1700" dirty="0"/>
              <a:t>CSS </a:t>
            </a:r>
          </a:p>
          <a:p>
            <a:pPr marL="0" indent="0">
              <a:lnSpc>
                <a:spcPct val="90000"/>
              </a:lnSpc>
              <a:buNone/>
            </a:pPr>
            <a:endParaRPr lang="pt-BR" sz="1700" dirty="0"/>
          </a:p>
          <a:p>
            <a:pPr>
              <a:lnSpc>
                <a:spcPct val="90000"/>
              </a:lnSpc>
            </a:pPr>
            <a:r>
              <a:rPr lang="pt-BR" sz="1700" dirty="0"/>
              <a:t>JS</a:t>
            </a:r>
          </a:p>
          <a:p>
            <a:pPr>
              <a:lnSpc>
                <a:spcPct val="90000"/>
              </a:lnSpc>
            </a:pPr>
            <a:endParaRPr lang="pt-BR" sz="1700" dirty="0"/>
          </a:p>
          <a:p>
            <a:pPr>
              <a:lnSpc>
                <a:spcPct val="90000"/>
              </a:lnSpc>
            </a:pPr>
            <a:r>
              <a:rPr lang="pt-BR" sz="1700" dirty="0"/>
              <a:t>API de IA:</a:t>
            </a:r>
            <a:br>
              <a:rPr lang="pt-BR" sz="1700" dirty="0"/>
            </a:br>
            <a:r>
              <a:rPr lang="pt-BR" sz="1700" dirty="0"/>
              <a:t>      ANTHROPIC API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700" dirty="0"/>
              <a:t>              DALL-E 3</a:t>
            </a:r>
          </a:p>
        </p:txBody>
      </p:sp>
    </p:spTree>
    <p:extLst>
      <p:ext uri="{BB962C8B-B14F-4D97-AF65-F5344CB8AC3E}">
        <p14:creationId xmlns:p14="http://schemas.microsoft.com/office/powerpoint/2010/main" val="419155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17BF3E-A351-11A0-5715-31CF5BAD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9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Arquitetura do Projeto</a:t>
            </a:r>
          </a:p>
        </p:txBody>
      </p:sp>
      <p:pic>
        <p:nvPicPr>
          <p:cNvPr id="9" name="Espaço Reservado para Conteúdo 8" descr="Texto&#10;&#10;O conteúdo gerado por IA pode estar incorreto.">
            <a:extLst>
              <a:ext uri="{FF2B5EF4-FFF2-40B4-BE49-F238E27FC236}">
                <a16:creationId xmlns:a16="http://schemas.microsoft.com/office/drawing/2014/main" id="{492AB871-8136-0E9C-A321-BE6BEB9DD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8572" y="643466"/>
            <a:ext cx="207435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7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ixas de diálogo de várias cores">
            <a:extLst>
              <a:ext uri="{FF2B5EF4-FFF2-40B4-BE49-F238E27FC236}">
                <a16:creationId xmlns:a16="http://schemas.microsoft.com/office/drawing/2014/main" id="{2EA3FDFA-C5D6-857D-56D9-E144215B5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38" b="11042"/>
          <a:stretch>
            <a:fillRect/>
          </a:stretch>
        </p:blipFill>
        <p:spPr>
          <a:xfrm>
            <a:off x="20" y="10"/>
            <a:ext cx="9143980" cy="446597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045F40-6742-D8C8-6B38-14F064AB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4203278"/>
            <a:ext cx="6417894" cy="536063"/>
          </a:xfrm>
        </p:spPr>
        <p:txBody>
          <a:bodyPr>
            <a:norm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Identidade Visual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162896-54ED-039F-5321-B747076D4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96" y="4956314"/>
            <a:ext cx="8293608" cy="130641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pt-BR" sz="1200" dirty="0"/>
          </a:p>
          <a:p>
            <a:pPr>
              <a:lnSpc>
                <a:spcPct val="90000"/>
              </a:lnSpc>
            </a:pPr>
            <a:r>
              <a:rPr lang="pt-BR" sz="1200" dirty="0"/>
              <a:t>Design minimalista</a:t>
            </a:r>
          </a:p>
          <a:p>
            <a:pPr>
              <a:lnSpc>
                <a:spcPct val="90000"/>
              </a:lnSpc>
            </a:pPr>
            <a:r>
              <a:rPr lang="pt-BR" sz="1200" dirty="0"/>
              <a:t>Header moderno</a:t>
            </a:r>
          </a:p>
          <a:p>
            <a:pPr>
              <a:lnSpc>
                <a:spcPct val="90000"/>
              </a:lnSpc>
            </a:pPr>
            <a:r>
              <a:rPr lang="pt-BR" sz="1200" dirty="0"/>
              <a:t>Interface </a:t>
            </a:r>
            <a:r>
              <a:rPr lang="pt-BR" sz="1200" dirty="0" err="1"/>
              <a:t>FashionAI</a:t>
            </a:r>
            <a:endParaRPr lang="pt-BR" sz="1200" dirty="0"/>
          </a:p>
          <a:p>
            <a:pPr>
              <a:lnSpc>
                <a:spcPct val="90000"/>
              </a:lnSpc>
            </a:pPr>
            <a:r>
              <a:rPr lang="pt-BR" sz="1200" dirty="0"/>
              <a:t>Botões com feedback</a:t>
            </a:r>
          </a:p>
        </p:txBody>
      </p:sp>
    </p:spTree>
    <p:extLst>
      <p:ext uri="{BB962C8B-B14F-4D97-AF65-F5344CB8AC3E}">
        <p14:creationId xmlns:p14="http://schemas.microsoft.com/office/powerpoint/2010/main" val="158479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7D4B0F-05C9-4891-9ACF-CB75D9EC7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22" y="643467"/>
            <a:ext cx="4336542" cy="5571066"/>
          </a:xfrm>
        </p:spPr>
        <p:txBody>
          <a:bodyPr anchor="ctr">
            <a:normAutofit/>
          </a:bodyPr>
          <a:lstStyle/>
          <a:p>
            <a:r>
              <a:rPr lang="pt-BR" sz="4700" dirty="0"/>
              <a:t>Desafios encontrados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BE24C53-14CD-41D5-8FA6-4FBCF0A1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24172" cy="6858000"/>
          </a:xfrm>
          <a:custGeom>
            <a:avLst/>
            <a:gdLst>
              <a:gd name="connsiteX0" fmla="*/ 0 w 5098897"/>
              <a:gd name="connsiteY0" fmla="*/ 0 h 6858000"/>
              <a:gd name="connsiteX1" fmla="*/ 373710 w 5098897"/>
              <a:gd name="connsiteY1" fmla="*/ 0 h 6858000"/>
              <a:gd name="connsiteX2" fmla="*/ 1558456 w 5098897"/>
              <a:gd name="connsiteY2" fmla="*/ 0 h 6858000"/>
              <a:gd name="connsiteX3" fmla="*/ 5080755 w 5098897"/>
              <a:gd name="connsiteY3" fmla="*/ 0 h 6858000"/>
              <a:gd name="connsiteX4" fmla="*/ 5071148 w 5098897"/>
              <a:gd name="connsiteY4" fmla="*/ 94743 h 6858000"/>
              <a:gd name="connsiteX5" fmla="*/ 5076199 w 5098897"/>
              <a:gd name="connsiteY5" fmla="*/ 421478 h 6858000"/>
              <a:gd name="connsiteX6" fmla="*/ 5080133 w 5098897"/>
              <a:gd name="connsiteY6" fmla="*/ 811578 h 6858000"/>
              <a:gd name="connsiteX7" fmla="*/ 5060462 w 5098897"/>
              <a:gd name="connsiteY7" fmla="*/ 1112800 h 6858000"/>
              <a:gd name="connsiteX8" fmla="*/ 5088255 w 5098897"/>
              <a:gd name="connsiteY8" fmla="*/ 1795349 h 6858000"/>
              <a:gd name="connsiteX9" fmla="*/ 5086606 w 5098897"/>
              <a:gd name="connsiteY9" fmla="*/ 2325572 h 6858000"/>
              <a:gd name="connsiteX10" fmla="*/ 5077468 w 5098897"/>
              <a:gd name="connsiteY10" fmla="*/ 2782173 h 6858000"/>
              <a:gd name="connsiteX11" fmla="*/ 5082925 w 5098897"/>
              <a:gd name="connsiteY11" fmla="*/ 2983199 h 6858000"/>
              <a:gd name="connsiteX12" fmla="*/ 5069219 w 5098897"/>
              <a:gd name="connsiteY12" fmla="*/ 3528424 h 6858000"/>
              <a:gd name="connsiteX13" fmla="*/ 5079752 w 5098897"/>
              <a:gd name="connsiteY13" fmla="*/ 4333548 h 6858000"/>
              <a:gd name="connsiteX14" fmla="*/ 5078864 w 5098897"/>
              <a:gd name="connsiteY14" fmla="*/ 5023089 h 6858000"/>
              <a:gd name="connsiteX15" fmla="*/ 5083179 w 5098897"/>
              <a:gd name="connsiteY15" fmla="*/ 5248657 h 6858000"/>
              <a:gd name="connsiteX16" fmla="*/ 5083179 w 5098897"/>
              <a:gd name="connsiteY16" fmla="*/ 5462145 h 6858000"/>
              <a:gd name="connsiteX17" fmla="*/ 5045104 w 5098897"/>
              <a:gd name="connsiteY17" fmla="*/ 6116592 h 6858000"/>
              <a:gd name="connsiteX18" fmla="*/ 5060560 w 5098897"/>
              <a:gd name="connsiteY18" fmla="*/ 6703830 h 6858000"/>
              <a:gd name="connsiteX19" fmla="*/ 5078455 w 5098897"/>
              <a:gd name="connsiteY19" fmla="*/ 6858000 h 6858000"/>
              <a:gd name="connsiteX20" fmla="*/ 1558456 w 5098897"/>
              <a:gd name="connsiteY20" fmla="*/ 6858000 h 6858000"/>
              <a:gd name="connsiteX21" fmla="*/ 373710 w 5098897"/>
              <a:gd name="connsiteY21" fmla="*/ 6858000 h 6858000"/>
              <a:gd name="connsiteX22" fmla="*/ 0 w 5098897"/>
              <a:gd name="connsiteY2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098897" h="6858000">
                <a:moveTo>
                  <a:pt x="0" y="0"/>
                </a:moveTo>
                <a:lnTo>
                  <a:pt x="373710" y="0"/>
                </a:lnTo>
                <a:lnTo>
                  <a:pt x="1558456" y="0"/>
                </a:lnTo>
                <a:lnTo>
                  <a:pt x="5080755" y="0"/>
                </a:lnTo>
                <a:lnTo>
                  <a:pt x="5071148" y="94743"/>
                </a:lnTo>
                <a:cubicBezTo>
                  <a:pt x="5064301" y="203476"/>
                  <a:pt x="5068965" y="312476"/>
                  <a:pt x="5076199" y="421478"/>
                </a:cubicBezTo>
                <a:cubicBezTo>
                  <a:pt x="5087025" y="551239"/>
                  <a:pt x="5088345" y="681629"/>
                  <a:pt x="5080133" y="811578"/>
                </a:cubicBezTo>
                <a:cubicBezTo>
                  <a:pt x="5072138" y="911901"/>
                  <a:pt x="5063127" y="1012222"/>
                  <a:pt x="5060462" y="1112800"/>
                </a:cubicBezTo>
                <a:cubicBezTo>
                  <a:pt x="5054115" y="1341673"/>
                  <a:pt x="5073153" y="1568129"/>
                  <a:pt x="5088255" y="1795349"/>
                </a:cubicBezTo>
                <a:cubicBezTo>
                  <a:pt x="5099932" y="1972217"/>
                  <a:pt x="5105389" y="2148830"/>
                  <a:pt x="5086606" y="2325572"/>
                </a:cubicBezTo>
                <a:cubicBezTo>
                  <a:pt x="5070615" y="2477390"/>
                  <a:pt x="5062238" y="2629462"/>
                  <a:pt x="5077468" y="2782173"/>
                </a:cubicBezTo>
                <a:cubicBezTo>
                  <a:pt x="5084194" y="2848928"/>
                  <a:pt x="5091429" y="2916445"/>
                  <a:pt x="5082925" y="2983199"/>
                </a:cubicBezTo>
                <a:cubicBezTo>
                  <a:pt x="5059953" y="3164643"/>
                  <a:pt x="5063508" y="3346598"/>
                  <a:pt x="5069219" y="3528424"/>
                </a:cubicBezTo>
                <a:cubicBezTo>
                  <a:pt x="5077722" y="3796840"/>
                  <a:pt x="5091809" y="4064876"/>
                  <a:pt x="5079752" y="4333548"/>
                </a:cubicBezTo>
                <a:cubicBezTo>
                  <a:pt x="5069472" y="4563183"/>
                  <a:pt x="5086098" y="4793201"/>
                  <a:pt x="5078864" y="5023089"/>
                </a:cubicBezTo>
                <a:cubicBezTo>
                  <a:pt x="5076427" y="5098301"/>
                  <a:pt x="5077874" y="5173586"/>
                  <a:pt x="5083179" y="5248657"/>
                </a:cubicBezTo>
                <a:cubicBezTo>
                  <a:pt x="5089716" y="5319671"/>
                  <a:pt x="5089716" y="5391131"/>
                  <a:pt x="5083179" y="5462145"/>
                </a:cubicBezTo>
                <a:cubicBezTo>
                  <a:pt x="5058684" y="5679573"/>
                  <a:pt x="5048659" y="5898020"/>
                  <a:pt x="5045104" y="6116592"/>
                </a:cubicBezTo>
                <a:cubicBezTo>
                  <a:pt x="5041868" y="6312661"/>
                  <a:pt x="5043486" y="6508657"/>
                  <a:pt x="5060560" y="6703830"/>
                </a:cubicBezTo>
                <a:lnTo>
                  <a:pt x="5078455" y="6858000"/>
                </a:lnTo>
                <a:lnTo>
                  <a:pt x="1558456" y="6858000"/>
                </a:lnTo>
                <a:lnTo>
                  <a:pt x="373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643467"/>
            <a:ext cx="2880360" cy="557106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pt-BR" sz="1800" dirty="0">
                <a:solidFill>
                  <a:srgbClr val="FFFFFF"/>
                </a:solidFill>
              </a:rPr>
              <a:t>A IA necessita de bilhões de dados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pt-BR" sz="18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pt-BR" sz="1800" dirty="0">
                <a:solidFill>
                  <a:srgbClr val="FFFFFF"/>
                </a:solidFill>
              </a:rPr>
              <a:t>Poucos desenvolvedores disponíveis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pt-BR" sz="18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pt-BR" sz="1800" dirty="0">
                <a:solidFill>
                  <a:srgbClr val="FFFFFF"/>
                </a:solidFill>
              </a:rPr>
              <a:t>Tempo curto para o projeto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pt-BR" sz="18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pt-BR" sz="1800" dirty="0">
                <a:solidFill>
                  <a:srgbClr val="FFFFFF"/>
                </a:solidFill>
              </a:rPr>
              <a:t>Alta competição com gigantes do mercado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pt-BR" sz="18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pt-BR" sz="1800" dirty="0">
                <a:solidFill>
                  <a:srgbClr val="FFFFFF"/>
                </a:solidFill>
              </a:rPr>
              <a:t>Necessidade de infraestrutura robusta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pt-BR" sz="18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pt-BR" sz="1800" dirty="0">
                <a:solidFill>
                  <a:srgbClr val="FFFFFF"/>
                </a:solidFill>
              </a:rPr>
              <a:t>Alto custo de treinamento e manutenção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E67A03-E437-7747-92D1-5623F9F6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pt-BR" sz="3900" b="1" dirty="0"/>
              <a:t>Não conseguimos criar nossa própria 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002E518B-9FCB-46BC-B051-6417F81C92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99295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3330ABA3-EBF1-96F3-9E9F-B066EECFE9F9}"/>
              </a:ext>
            </a:extLst>
          </p:cNvPr>
          <p:cNvSpPr txBox="1"/>
          <p:nvPr/>
        </p:nvSpPr>
        <p:spPr>
          <a:xfrm>
            <a:off x="718457" y="204074"/>
            <a:ext cx="2595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199661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no interior, mesa, caixa, foto&#10;&#10;O conteúdo gerado por IA pode estar incorreto.">
            <a:extLst>
              <a:ext uri="{FF2B5EF4-FFF2-40B4-BE49-F238E27FC236}">
                <a16:creationId xmlns:a16="http://schemas.microsoft.com/office/drawing/2014/main" id="{7AEB1B4C-784F-F43E-720D-86AE61A4F7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2" r="4076" b="1"/>
          <a:stretch>
            <a:fillRect/>
          </a:stretch>
        </p:blipFill>
        <p:spPr>
          <a:xfrm>
            <a:off x="20" y="10"/>
            <a:ext cx="9143980" cy="446597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29E4B-7C09-C02F-693A-87A7EFD0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4203278"/>
            <a:ext cx="6417894" cy="536063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Primeira Apresentação (Meses atrás)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E5EF35-B3DB-0663-5561-7F6E96BCD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96" y="4956314"/>
            <a:ext cx="8293608" cy="1306417"/>
          </a:xfrm>
        </p:spPr>
        <p:txBody>
          <a:bodyPr>
            <a:normAutofit/>
          </a:bodyPr>
          <a:lstStyle/>
          <a:p>
            <a:r>
              <a:rPr lang="pt-BR" sz="1500" dirty="0"/>
              <a:t>Versão inicial apenas HTML </a:t>
            </a:r>
          </a:p>
          <a:p>
            <a:r>
              <a:rPr lang="pt-BR" sz="1500" dirty="0"/>
              <a:t>Design básico </a:t>
            </a:r>
          </a:p>
          <a:p>
            <a:r>
              <a:rPr lang="pt-BR" sz="1500" dirty="0"/>
              <a:t>Estrutura simples</a:t>
            </a:r>
          </a:p>
          <a:p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98490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D715B8-4BD2-A5DC-D1C7-9854832A8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2802300"/>
            <a:ext cx="8948057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b="1" dirty="0"/>
              <a:t>DEMONSTRAÇÃO DO PROJETO ATUAL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271550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F5DA1B-0934-803A-C553-58F2BB28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FFFFFF"/>
                </a:solidFill>
              </a:rPr>
              <a:t>O Impacto do MyCloset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2B69A4F3-AAF5-A3BE-88EC-E1519DFD9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76032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18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FF48A-00AF-6CD7-0281-F1136020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FFFFFF"/>
                </a:solidFill>
              </a:rPr>
              <a:t>Roadmap Futuro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FD0F7BA-BFF2-6898-420E-3E6AF010B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8244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032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54568E-FA89-77DD-4F3A-D21ADBFE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5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AGRADECIMENTOS</a:t>
            </a:r>
          </a:p>
        </p:txBody>
      </p:sp>
    </p:spTree>
    <p:extLst>
      <p:ext uri="{BB962C8B-B14F-4D97-AF65-F5344CB8AC3E}">
        <p14:creationId xmlns:p14="http://schemas.microsoft.com/office/powerpoint/2010/main" val="225912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43E57347-25AE-43A5-CBFB-9A6D28520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8950" y="2326481"/>
            <a:ext cx="5626100" cy="3073400"/>
          </a:xfrm>
        </p:spPr>
      </p:pic>
    </p:spTree>
    <p:extLst>
      <p:ext uri="{BB962C8B-B14F-4D97-AF65-F5344CB8AC3E}">
        <p14:creationId xmlns:p14="http://schemas.microsoft.com/office/powerpoint/2010/main" val="1875747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546</Words>
  <Application>Microsoft Macintosh PowerPoint</Application>
  <PresentationFormat>Apresentação na tela (4:3)</PresentationFormat>
  <Paragraphs>114</Paragraphs>
  <Slides>18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Aptos</vt:lpstr>
      <vt:lpstr>Arial</vt:lpstr>
      <vt:lpstr>Avenir Next LT Pro</vt:lpstr>
      <vt:lpstr>Calibri</vt:lpstr>
      <vt:lpstr>Wingdings</vt:lpstr>
      <vt:lpstr>Office Theme</vt:lpstr>
      <vt:lpstr> E-commerce Inteligente de Moda</vt:lpstr>
      <vt:lpstr>Projeto</vt:lpstr>
      <vt:lpstr>Apresentação do PowerPoint</vt:lpstr>
      <vt:lpstr>Visão geral</vt:lpstr>
      <vt:lpstr> O desafio que decidimos resolver </vt:lpstr>
      <vt:lpstr>Estatísticas: </vt:lpstr>
      <vt:lpstr>Nossa Solução: FashionAI</vt:lpstr>
      <vt:lpstr>Tecnologias</vt:lpstr>
      <vt:lpstr>Arquitetura do Projeto</vt:lpstr>
      <vt:lpstr>Identidade Visual</vt:lpstr>
      <vt:lpstr>Desafios encontrados</vt:lpstr>
      <vt:lpstr>Não conseguimos criar nossa própria IA</vt:lpstr>
      <vt:lpstr>Primeira Apresentação (Meses atrás)</vt:lpstr>
      <vt:lpstr>Apresentação do PowerPoint</vt:lpstr>
      <vt:lpstr>O Impacto do MyCloset</vt:lpstr>
      <vt:lpstr>Roadmap Futuro</vt:lpstr>
      <vt:lpstr>AGRADECIMENTOS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GLAUCO ACASSIO</cp:lastModifiedBy>
  <cp:revision>19</cp:revision>
  <dcterms:created xsi:type="dcterms:W3CDTF">2013-01-27T09:14:16Z</dcterms:created>
  <dcterms:modified xsi:type="dcterms:W3CDTF">2025-11-24T17:14:36Z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2025-11-17T15:53:40Z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2db2ef74-61bd-4e46-b9fc-70331d71564b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